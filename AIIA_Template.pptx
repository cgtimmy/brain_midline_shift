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7" r:id="rId2"/>
    <p:sldId id="256" r:id="rId3"/>
    <p:sldId id="266" r:id="rId4"/>
    <p:sldId id="267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6370" autoAdjust="0"/>
  </p:normalViewPr>
  <p:slideViewPr>
    <p:cSldViewPr snapToGrid="0">
      <p:cViewPr varScale="1">
        <p:scale>
          <a:sx n="110" d="100"/>
          <a:sy n="110" d="100"/>
        </p:scale>
        <p:origin x="630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1593844E-EEA1-4AC9-810D-BC70132329D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79F6CF3-AECB-47D0-8E63-87B4BDBC4F9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B0B7D2-1695-4FA5-B660-E558FB855D32}" type="datetimeFigureOut">
              <a:rPr lang="zh-TW" altLang="en-US" smtClean="0"/>
              <a:t>2025/7/19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EB5A359-A29B-44CF-9932-0577D92303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B21C3A7-A4F6-4BF5-BA98-04620AD6B2C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0E4F32-00A5-476F-9012-CE47A1FF48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97207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51F188-5D40-4AF5-82DE-FEDBD5FD2FEB}" type="datetimeFigureOut">
              <a:rPr lang="zh-TW" altLang="en-US" smtClean="0"/>
              <a:t>2025/7/19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D6369C-9E2B-4DC3-8EB2-93AC098C3F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6167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一般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1F82F8ED-8E9D-4ABD-868A-280A18537957}"/>
              </a:ext>
            </a:extLst>
          </p:cNvPr>
          <p:cNvSpPr/>
          <p:nvPr userDrawn="1"/>
        </p:nvSpPr>
        <p:spPr>
          <a:xfrm>
            <a:off x="-9331" y="-1"/>
            <a:ext cx="4337108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CB65402B-AB47-461F-B67E-0504F52864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6512" y="194826"/>
            <a:ext cx="1644080" cy="164408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CDF1D2C4-E9D4-4635-B060-BC13F34F4A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7230" y="2033731"/>
            <a:ext cx="3862647" cy="1415156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208232D1-D9FD-4D5E-8D26-D85A8ABBB3FA}"/>
              </a:ext>
            </a:extLst>
          </p:cNvPr>
          <p:cNvCxnSpPr>
            <a:cxnSpLocks/>
          </p:cNvCxnSpPr>
          <p:nvPr userDrawn="1"/>
        </p:nvCxnSpPr>
        <p:spPr>
          <a:xfrm>
            <a:off x="164803" y="3449372"/>
            <a:ext cx="4007499" cy="0"/>
          </a:xfrm>
          <a:prstGeom prst="line">
            <a:avLst/>
          </a:prstGeom>
          <a:ln w="28575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B760C495-FB0A-4E3F-AB0E-34070842515E}"/>
              </a:ext>
            </a:extLst>
          </p:cNvPr>
          <p:cNvCxnSpPr>
            <a:cxnSpLocks/>
          </p:cNvCxnSpPr>
          <p:nvPr userDrawn="1"/>
        </p:nvCxnSpPr>
        <p:spPr>
          <a:xfrm>
            <a:off x="4327777" y="6624326"/>
            <a:ext cx="5814599" cy="0"/>
          </a:xfrm>
          <a:prstGeom prst="line">
            <a:avLst/>
          </a:prstGeom>
          <a:ln w="28575" cmpd="sng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圖片 10">
            <a:extLst>
              <a:ext uri="{FF2B5EF4-FFF2-40B4-BE49-F238E27FC236}">
                <a16:creationId xmlns:a16="http://schemas.microsoft.com/office/drawing/2014/main" id="{5B16EF34-E37A-490A-9EB4-4BA5094C3D6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42376" y="6388010"/>
            <a:ext cx="1438781" cy="536494"/>
          </a:xfrm>
          <a:prstGeom prst="rect">
            <a:avLst/>
          </a:prstGeom>
        </p:spPr>
      </p:pic>
      <p:sp>
        <p:nvSpPr>
          <p:cNvPr id="3" name="副標題 2">
            <a:extLst>
              <a:ext uri="{FF2B5EF4-FFF2-40B4-BE49-F238E27FC236}">
                <a16:creationId xmlns:a16="http://schemas.microsoft.com/office/drawing/2014/main" id="{42AC8B05-A3CD-4DC0-906B-5008CCA892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77260" y="1341548"/>
            <a:ext cx="6703897" cy="4174904"/>
          </a:xfrm>
        </p:spPr>
        <p:txBody>
          <a:bodyPr anchor="ctr">
            <a:normAutofit/>
          </a:bodyPr>
          <a:lstStyle>
            <a:lvl1pPr marL="0" indent="0" algn="ctr">
              <a:buNone/>
              <a:defRPr sz="3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zh-TW" altLang="en-US" dirty="0"/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FBB288EB-2FD2-4962-B405-DBECB2FB460E}"/>
              </a:ext>
            </a:extLst>
          </p:cNvPr>
          <p:cNvGrpSpPr/>
          <p:nvPr userDrawn="1"/>
        </p:nvGrpSpPr>
        <p:grpSpPr>
          <a:xfrm rot="21371377">
            <a:off x="130785" y="5107079"/>
            <a:ext cx="2336982" cy="2098225"/>
            <a:chOff x="-302905" y="1019642"/>
            <a:chExt cx="6911296" cy="6205210"/>
          </a:xfrm>
        </p:grpSpPr>
        <p:pic>
          <p:nvPicPr>
            <p:cNvPr id="14" name="Picture 2" descr="棋盤圖- 維基百科，自由的百科全書">
              <a:extLst>
                <a:ext uri="{FF2B5EF4-FFF2-40B4-BE49-F238E27FC236}">
                  <a16:creationId xmlns:a16="http://schemas.microsoft.com/office/drawing/2014/main" id="{F2F3BE47-F71E-440F-B3A2-267DC2F576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lasticWrap trans="54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1366530">
              <a:off x="403179" y="1019642"/>
              <a:ext cx="6205212" cy="6205210"/>
            </a:xfrm>
            <a:prstGeom prst="rect">
              <a:avLst/>
            </a:prstGeom>
            <a:noFill/>
            <a:ln w="34925">
              <a:solidFill>
                <a:srgbClr val="FFFFFF"/>
              </a:solidFill>
            </a:ln>
            <a:effectLst>
              <a:outerShdw blurRad="317500" dir="2700000" algn="ctr">
                <a:srgbClr val="000000">
                  <a:alpha val="43000"/>
                </a:srgbClr>
              </a:outerShdw>
            </a:effectLst>
            <a:scene3d>
              <a:camera prst="perspectiveFront" fov="4200000">
                <a:rot lat="18000000" lon="18600000" rev="3000000"/>
              </a:camera>
              <a:lightRig rig="threePt" dir="t">
                <a:rot lat="0" lon="0" rev="0"/>
              </a:lightRig>
            </a:scene3d>
            <a:sp3d extrusionH="38100" prstMaterial="clear">
              <a:bevelT w="260350" h="50800"/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5" name="群組 14">
              <a:extLst>
                <a:ext uri="{FF2B5EF4-FFF2-40B4-BE49-F238E27FC236}">
                  <a16:creationId xmlns:a16="http://schemas.microsoft.com/office/drawing/2014/main" id="{8FE94107-2F4F-42CC-94E8-44D65477DDCC}"/>
                </a:ext>
              </a:extLst>
            </p:cNvPr>
            <p:cNvGrpSpPr/>
            <p:nvPr/>
          </p:nvGrpSpPr>
          <p:grpSpPr>
            <a:xfrm rot="989811" flipH="1">
              <a:off x="-302905" y="1300722"/>
              <a:ext cx="3833534" cy="3063691"/>
              <a:chOff x="4349239" y="1037799"/>
              <a:chExt cx="2610359" cy="2334993"/>
            </a:xfrm>
          </p:grpSpPr>
          <p:pic>
            <p:nvPicPr>
              <p:cNvPr id="16" name="圖片 15">
                <a:extLst>
                  <a:ext uri="{FF2B5EF4-FFF2-40B4-BE49-F238E27FC236}">
                    <a16:creationId xmlns:a16="http://schemas.microsoft.com/office/drawing/2014/main" id="{4F0ED720-3D00-4242-9FE1-9DFA3624F3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 rot="19840082">
                <a:off x="4349239" y="1037799"/>
                <a:ext cx="2610359" cy="2246773"/>
              </a:xfrm>
              <a:prstGeom prst="rect">
                <a:avLst/>
              </a:prstGeom>
            </p:spPr>
          </p:pic>
          <p:sp>
            <p:nvSpPr>
              <p:cNvPr id="17" name="橢圓 16">
                <a:extLst>
                  <a:ext uri="{FF2B5EF4-FFF2-40B4-BE49-F238E27FC236}">
                    <a16:creationId xmlns:a16="http://schemas.microsoft.com/office/drawing/2014/main" id="{02BC4E17-B002-48B9-A196-3965B6D5708E}"/>
                  </a:ext>
                </a:extLst>
              </p:cNvPr>
              <p:cNvSpPr/>
              <p:nvPr/>
            </p:nvSpPr>
            <p:spPr>
              <a:xfrm rot="20141188">
                <a:off x="4821886" y="2777047"/>
                <a:ext cx="1018360" cy="59574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isometricOffAxis1Top">
                  <a:rot lat="18075713" lon="18392745" rev="4200000"/>
                </a:camera>
                <a:lightRig rig="threePt" dir="t"/>
              </a:scene3d>
              <a:sp3d prstMaterial="flat">
                <a:bevelT w="19050" h="38100" prst="angle"/>
                <a:bevelB w="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600" dirty="0"/>
              </a:p>
            </p:txBody>
          </p:sp>
        </p:grpSp>
      </p:grpSp>
      <p:sp>
        <p:nvSpPr>
          <p:cNvPr id="26" name="文字版面配置區 25">
            <a:extLst>
              <a:ext uri="{FF2B5EF4-FFF2-40B4-BE49-F238E27FC236}">
                <a16:creationId xmlns:a16="http://schemas.microsoft.com/office/drawing/2014/main" id="{D4ADE1A3-3249-46F7-9BD9-572A9C721A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7230" y="3800971"/>
            <a:ext cx="3862647" cy="363069"/>
          </a:xfrm>
        </p:spPr>
        <p:txBody>
          <a:bodyPr anchor="ctr">
            <a:noAutofit/>
          </a:bodyPr>
          <a:lstStyle>
            <a:lvl1pPr marL="0" indent="0" algn="l">
              <a:buNone/>
              <a:defRPr sz="2000"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434613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學生報告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1F82F8ED-8E9D-4ABD-868A-280A18537957}"/>
              </a:ext>
            </a:extLst>
          </p:cNvPr>
          <p:cNvSpPr/>
          <p:nvPr userDrawn="1"/>
        </p:nvSpPr>
        <p:spPr>
          <a:xfrm>
            <a:off x="-9331" y="-1"/>
            <a:ext cx="4337108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CB65402B-AB47-461F-B67E-0504F52864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6512" y="194826"/>
            <a:ext cx="1644080" cy="164408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CDF1D2C4-E9D4-4635-B060-BC13F34F4A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7230" y="2033731"/>
            <a:ext cx="3862647" cy="1415156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208232D1-D9FD-4D5E-8D26-D85A8ABBB3FA}"/>
              </a:ext>
            </a:extLst>
          </p:cNvPr>
          <p:cNvCxnSpPr>
            <a:cxnSpLocks/>
          </p:cNvCxnSpPr>
          <p:nvPr userDrawn="1"/>
        </p:nvCxnSpPr>
        <p:spPr>
          <a:xfrm>
            <a:off x="164803" y="3449372"/>
            <a:ext cx="4007499" cy="0"/>
          </a:xfrm>
          <a:prstGeom prst="line">
            <a:avLst/>
          </a:prstGeom>
          <a:ln w="28575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B760C495-FB0A-4E3F-AB0E-34070842515E}"/>
              </a:ext>
            </a:extLst>
          </p:cNvPr>
          <p:cNvCxnSpPr>
            <a:cxnSpLocks/>
          </p:cNvCxnSpPr>
          <p:nvPr userDrawn="1"/>
        </p:nvCxnSpPr>
        <p:spPr>
          <a:xfrm>
            <a:off x="4327777" y="6624326"/>
            <a:ext cx="5814599" cy="0"/>
          </a:xfrm>
          <a:prstGeom prst="line">
            <a:avLst/>
          </a:prstGeom>
          <a:ln w="28575" cmpd="sng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圖片 10">
            <a:extLst>
              <a:ext uri="{FF2B5EF4-FFF2-40B4-BE49-F238E27FC236}">
                <a16:creationId xmlns:a16="http://schemas.microsoft.com/office/drawing/2014/main" id="{5B16EF34-E37A-490A-9EB4-4BA5094C3D6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42376" y="6388010"/>
            <a:ext cx="1438781" cy="536494"/>
          </a:xfrm>
          <a:prstGeom prst="rect">
            <a:avLst/>
          </a:prstGeom>
        </p:spPr>
      </p:pic>
      <p:sp>
        <p:nvSpPr>
          <p:cNvPr id="3" name="副標題 2">
            <a:extLst>
              <a:ext uri="{FF2B5EF4-FFF2-40B4-BE49-F238E27FC236}">
                <a16:creationId xmlns:a16="http://schemas.microsoft.com/office/drawing/2014/main" id="{42AC8B05-A3CD-4DC0-906B-5008CCA892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77260" y="1341548"/>
            <a:ext cx="6703897" cy="4174904"/>
          </a:xfrm>
        </p:spPr>
        <p:txBody>
          <a:bodyPr anchor="ctr">
            <a:normAutofit/>
          </a:bodyPr>
          <a:lstStyle>
            <a:lvl1pPr marL="0" indent="0" algn="ctr">
              <a:buNone/>
              <a:defRPr sz="3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zh-TW" altLang="en-US" dirty="0"/>
          </a:p>
        </p:txBody>
      </p:sp>
      <p:sp>
        <p:nvSpPr>
          <p:cNvPr id="12" name="副標題 2">
            <a:extLst>
              <a:ext uri="{FF2B5EF4-FFF2-40B4-BE49-F238E27FC236}">
                <a16:creationId xmlns:a16="http://schemas.microsoft.com/office/drawing/2014/main" id="{761A7F4C-24FF-45C4-BE81-49E929C1F39E}"/>
              </a:ext>
            </a:extLst>
          </p:cNvPr>
          <p:cNvSpPr txBox="1">
            <a:spLocks/>
          </p:cNvSpPr>
          <p:nvPr userDrawn="1"/>
        </p:nvSpPr>
        <p:spPr>
          <a:xfrm>
            <a:off x="237230" y="4342043"/>
            <a:ext cx="3862647" cy="3630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TW" altLang="en-US" sz="2000" dirty="0"/>
              <a:t>指導教授：周信宏　教授</a:t>
            </a:r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FBB288EB-2FD2-4962-B405-DBECB2FB460E}"/>
              </a:ext>
            </a:extLst>
          </p:cNvPr>
          <p:cNvGrpSpPr/>
          <p:nvPr userDrawn="1"/>
        </p:nvGrpSpPr>
        <p:grpSpPr>
          <a:xfrm rot="21371377">
            <a:off x="130785" y="5107079"/>
            <a:ext cx="2336982" cy="2098225"/>
            <a:chOff x="-302905" y="1019642"/>
            <a:chExt cx="6911296" cy="6205210"/>
          </a:xfrm>
        </p:grpSpPr>
        <p:pic>
          <p:nvPicPr>
            <p:cNvPr id="14" name="Picture 2" descr="棋盤圖- 維基百科，自由的百科全書">
              <a:extLst>
                <a:ext uri="{FF2B5EF4-FFF2-40B4-BE49-F238E27FC236}">
                  <a16:creationId xmlns:a16="http://schemas.microsoft.com/office/drawing/2014/main" id="{F2F3BE47-F71E-440F-B3A2-267DC2F576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lasticWrap trans="54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1366530">
              <a:off x="403179" y="1019642"/>
              <a:ext cx="6205212" cy="6205210"/>
            </a:xfrm>
            <a:prstGeom prst="rect">
              <a:avLst/>
            </a:prstGeom>
            <a:noFill/>
            <a:ln w="34925">
              <a:solidFill>
                <a:srgbClr val="FFFFFF"/>
              </a:solidFill>
            </a:ln>
            <a:effectLst>
              <a:outerShdw blurRad="317500" dir="2700000" algn="ctr">
                <a:srgbClr val="000000">
                  <a:alpha val="43000"/>
                </a:srgbClr>
              </a:outerShdw>
            </a:effectLst>
            <a:scene3d>
              <a:camera prst="perspectiveFront" fov="4200000">
                <a:rot lat="18000000" lon="18600000" rev="3000000"/>
              </a:camera>
              <a:lightRig rig="threePt" dir="t">
                <a:rot lat="0" lon="0" rev="0"/>
              </a:lightRig>
            </a:scene3d>
            <a:sp3d extrusionH="38100" prstMaterial="clear">
              <a:bevelT w="260350" h="50800"/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5" name="群組 14">
              <a:extLst>
                <a:ext uri="{FF2B5EF4-FFF2-40B4-BE49-F238E27FC236}">
                  <a16:creationId xmlns:a16="http://schemas.microsoft.com/office/drawing/2014/main" id="{8FE94107-2F4F-42CC-94E8-44D65477DDCC}"/>
                </a:ext>
              </a:extLst>
            </p:cNvPr>
            <p:cNvGrpSpPr/>
            <p:nvPr/>
          </p:nvGrpSpPr>
          <p:grpSpPr>
            <a:xfrm rot="989811" flipH="1">
              <a:off x="-302905" y="1300722"/>
              <a:ext cx="3833534" cy="3063691"/>
              <a:chOff x="4349239" y="1037799"/>
              <a:chExt cx="2610359" cy="2334993"/>
            </a:xfrm>
          </p:grpSpPr>
          <p:pic>
            <p:nvPicPr>
              <p:cNvPr id="16" name="圖片 15">
                <a:extLst>
                  <a:ext uri="{FF2B5EF4-FFF2-40B4-BE49-F238E27FC236}">
                    <a16:creationId xmlns:a16="http://schemas.microsoft.com/office/drawing/2014/main" id="{4F0ED720-3D00-4242-9FE1-9DFA3624F3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 rot="19840082">
                <a:off x="4349239" y="1037799"/>
                <a:ext cx="2610359" cy="2246773"/>
              </a:xfrm>
              <a:prstGeom prst="rect">
                <a:avLst/>
              </a:prstGeom>
            </p:spPr>
          </p:pic>
          <p:sp>
            <p:nvSpPr>
              <p:cNvPr id="17" name="橢圓 16">
                <a:extLst>
                  <a:ext uri="{FF2B5EF4-FFF2-40B4-BE49-F238E27FC236}">
                    <a16:creationId xmlns:a16="http://schemas.microsoft.com/office/drawing/2014/main" id="{02BC4E17-B002-48B9-A196-3965B6D5708E}"/>
                  </a:ext>
                </a:extLst>
              </p:cNvPr>
              <p:cNvSpPr/>
              <p:nvPr/>
            </p:nvSpPr>
            <p:spPr>
              <a:xfrm rot="20141188">
                <a:off x="4821886" y="2777047"/>
                <a:ext cx="1018360" cy="59574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scene3d>
                <a:camera prst="isometricOffAxis1Top">
                  <a:rot lat="18075713" lon="18392745" rev="4200000"/>
                </a:camera>
                <a:lightRig rig="threePt" dir="t"/>
              </a:scene3d>
              <a:sp3d prstMaterial="flat">
                <a:bevelT w="19050" h="38100" prst="angle"/>
                <a:bevelB w="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600" dirty="0"/>
              </a:p>
            </p:txBody>
          </p:sp>
        </p:grpSp>
      </p:grpSp>
      <p:sp>
        <p:nvSpPr>
          <p:cNvPr id="20" name="副標題 2">
            <a:extLst>
              <a:ext uri="{FF2B5EF4-FFF2-40B4-BE49-F238E27FC236}">
                <a16:creationId xmlns:a16="http://schemas.microsoft.com/office/drawing/2014/main" id="{6E75D590-E2F0-4F45-A48D-72AAB23D2C4F}"/>
              </a:ext>
            </a:extLst>
          </p:cNvPr>
          <p:cNvSpPr txBox="1">
            <a:spLocks/>
          </p:cNvSpPr>
          <p:nvPr userDrawn="1"/>
        </p:nvSpPr>
        <p:spPr>
          <a:xfrm>
            <a:off x="237230" y="3801457"/>
            <a:ext cx="3862647" cy="3630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TW" altLang="en-US" sz="2000" dirty="0"/>
              <a:t>報告學生：</a:t>
            </a:r>
          </a:p>
        </p:txBody>
      </p:sp>
      <p:sp>
        <p:nvSpPr>
          <p:cNvPr id="26" name="文字版面配置區 25">
            <a:extLst>
              <a:ext uri="{FF2B5EF4-FFF2-40B4-BE49-F238E27FC236}">
                <a16:creationId xmlns:a16="http://schemas.microsoft.com/office/drawing/2014/main" id="{D4ADE1A3-3249-46F7-9BD9-572A9C721A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04021" y="3800971"/>
            <a:ext cx="2529352" cy="363069"/>
          </a:xfrm>
        </p:spPr>
        <p:txBody>
          <a:bodyPr anchor="ctr">
            <a:noAutofit/>
          </a:bodyPr>
          <a:lstStyle>
            <a:lvl1pPr marL="0" indent="0" algn="l">
              <a:buNone/>
              <a:defRPr sz="2000"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252608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直線接點 52">
            <a:extLst>
              <a:ext uri="{FF2B5EF4-FFF2-40B4-BE49-F238E27FC236}">
                <a16:creationId xmlns:a16="http://schemas.microsoft.com/office/drawing/2014/main" id="{55C9B7DB-37BE-40F3-92F6-63B6C15C2502}"/>
              </a:ext>
            </a:extLst>
          </p:cNvPr>
          <p:cNvCxnSpPr>
            <a:cxnSpLocks/>
          </p:cNvCxnSpPr>
          <p:nvPr userDrawn="1"/>
        </p:nvCxnSpPr>
        <p:spPr>
          <a:xfrm>
            <a:off x="0" y="6606472"/>
            <a:ext cx="5401547" cy="10851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 56">
            <a:extLst>
              <a:ext uri="{FF2B5EF4-FFF2-40B4-BE49-F238E27FC236}">
                <a16:creationId xmlns:a16="http://schemas.microsoft.com/office/drawing/2014/main" id="{E5F90A4B-F841-4330-A277-2D7685365140}"/>
              </a:ext>
            </a:extLst>
          </p:cNvPr>
          <p:cNvSpPr/>
          <p:nvPr userDrawn="1"/>
        </p:nvSpPr>
        <p:spPr>
          <a:xfrm rot="5400000">
            <a:off x="-3290890" y="3290887"/>
            <a:ext cx="6858003" cy="276225"/>
          </a:xfrm>
          <a:prstGeom prst="rect">
            <a:avLst/>
          </a:prstGeom>
          <a:solidFill>
            <a:srgbClr val="C5DC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92B9DB9-F195-4ACE-B61C-542DDEB6806A}"/>
              </a:ext>
            </a:extLst>
          </p:cNvPr>
          <p:cNvSpPr/>
          <p:nvPr userDrawn="1"/>
        </p:nvSpPr>
        <p:spPr>
          <a:xfrm>
            <a:off x="0" y="1747043"/>
            <a:ext cx="12192000" cy="22764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3D104AEE-67BE-4650-A493-EFAEE6931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209" y="1747042"/>
            <a:ext cx="10412788" cy="2276476"/>
          </a:xfrm>
        </p:spPr>
        <p:txBody>
          <a:bodyPr anchor="ctr"/>
          <a:lstStyle>
            <a:lvl1pPr algn="ctr">
              <a:defRPr sz="4800"/>
            </a:lvl1pPr>
          </a:lstStyle>
          <a:p>
            <a:endParaRPr lang="zh-TW" altLang="en-US" dirty="0"/>
          </a:p>
        </p:txBody>
      </p: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6B9D561C-1D26-43FD-8BCD-DA2A8A76EBD8}"/>
              </a:ext>
            </a:extLst>
          </p:cNvPr>
          <p:cNvCxnSpPr>
            <a:cxnSpLocks/>
          </p:cNvCxnSpPr>
          <p:nvPr userDrawn="1"/>
        </p:nvCxnSpPr>
        <p:spPr>
          <a:xfrm>
            <a:off x="6837279" y="6605387"/>
            <a:ext cx="4667536" cy="5543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群組 40">
            <a:extLst>
              <a:ext uri="{FF2B5EF4-FFF2-40B4-BE49-F238E27FC236}">
                <a16:creationId xmlns:a16="http://schemas.microsoft.com/office/drawing/2014/main" id="{AAEC7A3B-6FAE-47B9-B247-34ACD4FFA6E9}"/>
              </a:ext>
            </a:extLst>
          </p:cNvPr>
          <p:cNvGrpSpPr/>
          <p:nvPr userDrawn="1"/>
        </p:nvGrpSpPr>
        <p:grpSpPr>
          <a:xfrm>
            <a:off x="5541430" y="6501190"/>
            <a:ext cx="1159015" cy="365123"/>
            <a:chOff x="1556910" y="1526777"/>
            <a:chExt cx="6957916" cy="2665279"/>
          </a:xfrm>
          <a:solidFill>
            <a:schemeClr val="accent5">
              <a:lumMod val="75000"/>
            </a:schemeClr>
          </a:solidFill>
        </p:grpSpPr>
        <p:sp>
          <p:nvSpPr>
            <p:cNvPr id="42" name="平行四邊形 41">
              <a:extLst>
                <a:ext uri="{FF2B5EF4-FFF2-40B4-BE49-F238E27FC236}">
                  <a16:creationId xmlns:a16="http://schemas.microsoft.com/office/drawing/2014/main" id="{3F1138F0-5714-4082-B36B-B266DF0D0887}"/>
                </a:ext>
              </a:extLst>
            </p:cNvPr>
            <p:cNvSpPr/>
            <p:nvPr/>
          </p:nvSpPr>
          <p:spPr>
            <a:xfrm>
              <a:off x="4284168" y="1566301"/>
              <a:ext cx="536893" cy="2625755"/>
            </a:xfrm>
            <a:prstGeom prst="parallelogram">
              <a:avLst>
                <a:gd name="adj" fmla="val 3125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/>
            </a:p>
          </p:txBody>
        </p:sp>
        <p:sp>
          <p:nvSpPr>
            <p:cNvPr id="43" name="平行四邊形 42">
              <a:extLst>
                <a:ext uri="{FF2B5EF4-FFF2-40B4-BE49-F238E27FC236}">
                  <a16:creationId xmlns:a16="http://schemas.microsoft.com/office/drawing/2014/main" id="{773B8C63-A89E-46F1-8277-9F862905D277}"/>
                </a:ext>
              </a:extLst>
            </p:cNvPr>
            <p:cNvSpPr/>
            <p:nvPr/>
          </p:nvSpPr>
          <p:spPr>
            <a:xfrm flipH="1">
              <a:off x="5249232" y="1526777"/>
              <a:ext cx="536893" cy="2625755"/>
            </a:xfrm>
            <a:prstGeom prst="parallelogram">
              <a:avLst>
                <a:gd name="adj" fmla="val 3125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/>
            </a:p>
          </p:txBody>
        </p:sp>
        <p:cxnSp>
          <p:nvCxnSpPr>
            <p:cNvPr id="44" name="直線接點 43">
              <a:extLst>
                <a:ext uri="{FF2B5EF4-FFF2-40B4-BE49-F238E27FC236}">
                  <a16:creationId xmlns:a16="http://schemas.microsoft.com/office/drawing/2014/main" id="{69540FD3-44C7-46C6-8D7C-F027377D8E4F}"/>
                </a:ext>
              </a:extLst>
            </p:cNvPr>
            <p:cNvCxnSpPr/>
            <p:nvPr/>
          </p:nvCxnSpPr>
          <p:spPr>
            <a:xfrm>
              <a:off x="3263317" y="1526796"/>
              <a:ext cx="947956" cy="0"/>
            </a:xfrm>
            <a:prstGeom prst="lin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平行四邊形 44">
              <a:extLst>
                <a:ext uri="{FF2B5EF4-FFF2-40B4-BE49-F238E27FC236}">
                  <a16:creationId xmlns:a16="http://schemas.microsoft.com/office/drawing/2014/main" id="{8EDBAB5D-6A12-4CD4-B94A-5B4FD10BD9EA}"/>
                </a:ext>
              </a:extLst>
            </p:cNvPr>
            <p:cNvSpPr/>
            <p:nvPr/>
          </p:nvSpPr>
          <p:spPr>
            <a:xfrm>
              <a:off x="1556910" y="1526795"/>
              <a:ext cx="1212204" cy="2625746"/>
            </a:xfrm>
            <a:prstGeom prst="parallelogram">
              <a:avLst>
                <a:gd name="adj" fmla="val 6648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/>
            </a:p>
          </p:txBody>
        </p:sp>
        <p:sp>
          <p:nvSpPr>
            <p:cNvPr id="46" name="平行四邊形 45">
              <a:extLst>
                <a:ext uri="{FF2B5EF4-FFF2-40B4-BE49-F238E27FC236}">
                  <a16:creationId xmlns:a16="http://schemas.microsoft.com/office/drawing/2014/main" id="{149375CB-4E42-4E81-B22E-EB59263F5F91}"/>
                </a:ext>
              </a:extLst>
            </p:cNvPr>
            <p:cNvSpPr/>
            <p:nvPr/>
          </p:nvSpPr>
          <p:spPr>
            <a:xfrm flipH="1">
              <a:off x="2941089" y="1526795"/>
              <a:ext cx="763394" cy="2625746"/>
            </a:xfrm>
            <a:prstGeom prst="parallelogram">
              <a:avLst>
                <a:gd name="adj" fmla="val 47702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/>
            </a:p>
          </p:txBody>
        </p:sp>
        <p:sp>
          <p:nvSpPr>
            <p:cNvPr id="47" name="梯形 46">
              <a:extLst>
                <a:ext uri="{FF2B5EF4-FFF2-40B4-BE49-F238E27FC236}">
                  <a16:creationId xmlns:a16="http://schemas.microsoft.com/office/drawing/2014/main" id="{65904818-964B-4167-B883-F1F92ED49FB9}"/>
                </a:ext>
              </a:extLst>
            </p:cNvPr>
            <p:cNvSpPr/>
            <p:nvPr/>
          </p:nvSpPr>
          <p:spPr>
            <a:xfrm>
              <a:off x="2222301" y="1526786"/>
              <a:ext cx="1109437" cy="461384"/>
            </a:xfrm>
            <a:prstGeom prst="trapezoid">
              <a:avLst>
                <a:gd name="adj" fmla="val 304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 dirty="0"/>
            </a:p>
          </p:txBody>
        </p:sp>
        <p:sp>
          <p:nvSpPr>
            <p:cNvPr id="48" name="平行四邊形 47">
              <a:extLst>
                <a:ext uri="{FF2B5EF4-FFF2-40B4-BE49-F238E27FC236}">
                  <a16:creationId xmlns:a16="http://schemas.microsoft.com/office/drawing/2014/main" id="{3CCE986C-AD30-457F-B791-5818773654A1}"/>
                </a:ext>
              </a:extLst>
            </p:cNvPr>
            <p:cNvSpPr/>
            <p:nvPr/>
          </p:nvSpPr>
          <p:spPr>
            <a:xfrm flipH="1">
              <a:off x="7302617" y="1526786"/>
              <a:ext cx="1212209" cy="2625746"/>
            </a:xfrm>
            <a:prstGeom prst="parallelogram">
              <a:avLst>
                <a:gd name="adj" fmla="val 6648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/>
            </a:p>
          </p:txBody>
        </p:sp>
        <p:sp>
          <p:nvSpPr>
            <p:cNvPr id="49" name="平行四邊形 48">
              <a:extLst>
                <a:ext uri="{FF2B5EF4-FFF2-40B4-BE49-F238E27FC236}">
                  <a16:creationId xmlns:a16="http://schemas.microsoft.com/office/drawing/2014/main" id="{37DDD8B5-A843-472E-ABA9-0C5FED005051}"/>
                </a:ext>
              </a:extLst>
            </p:cNvPr>
            <p:cNvSpPr/>
            <p:nvPr/>
          </p:nvSpPr>
          <p:spPr>
            <a:xfrm>
              <a:off x="6377031" y="1526786"/>
              <a:ext cx="763397" cy="2625746"/>
            </a:xfrm>
            <a:prstGeom prst="parallelogram">
              <a:avLst>
                <a:gd name="adj" fmla="val 47702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/>
            </a:p>
          </p:txBody>
        </p:sp>
        <p:sp>
          <p:nvSpPr>
            <p:cNvPr id="50" name="梯形 49">
              <a:extLst>
                <a:ext uri="{FF2B5EF4-FFF2-40B4-BE49-F238E27FC236}">
                  <a16:creationId xmlns:a16="http://schemas.microsoft.com/office/drawing/2014/main" id="{DF5714DA-46E1-4396-A7C6-82C0111EBBCF}"/>
                </a:ext>
              </a:extLst>
            </p:cNvPr>
            <p:cNvSpPr/>
            <p:nvPr/>
          </p:nvSpPr>
          <p:spPr>
            <a:xfrm flipH="1">
              <a:off x="6717486" y="1526777"/>
              <a:ext cx="1109442" cy="461388"/>
            </a:xfrm>
            <a:prstGeom prst="trapezoid">
              <a:avLst>
                <a:gd name="adj" fmla="val 304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/>
            </a:p>
          </p:txBody>
        </p:sp>
        <p:sp>
          <p:nvSpPr>
            <p:cNvPr id="51" name="梯形 50">
              <a:extLst>
                <a:ext uri="{FF2B5EF4-FFF2-40B4-BE49-F238E27FC236}">
                  <a16:creationId xmlns:a16="http://schemas.microsoft.com/office/drawing/2014/main" id="{309AF591-4DA5-4EBB-ACAD-F24DF4A5FB4C}"/>
                </a:ext>
              </a:extLst>
            </p:cNvPr>
            <p:cNvSpPr/>
            <p:nvPr/>
          </p:nvSpPr>
          <p:spPr>
            <a:xfrm>
              <a:off x="1922742" y="2709648"/>
              <a:ext cx="1603695" cy="360721"/>
            </a:xfrm>
            <a:prstGeom prst="trapezoid">
              <a:avLst>
                <a:gd name="adj" fmla="val 3045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 dirty="0"/>
            </a:p>
          </p:txBody>
        </p:sp>
        <p:sp>
          <p:nvSpPr>
            <p:cNvPr id="52" name="梯形 51">
              <a:extLst>
                <a:ext uri="{FF2B5EF4-FFF2-40B4-BE49-F238E27FC236}">
                  <a16:creationId xmlns:a16="http://schemas.microsoft.com/office/drawing/2014/main" id="{8698C41F-B287-49C2-8573-3321392FAF09}"/>
                </a:ext>
              </a:extLst>
            </p:cNvPr>
            <p:cNvSpPr/>
            <p:nvPr/>
          </p:nvSpPr>
          <p:spPr>
            <a:xfrm>
              <a:off x="6619177" y="2709643"/>
              <a:ext cx="1554760" cy="360717"/>
            </a:xfrm>
            <a:prstGeom prst="trapezoid">
              <a:avLst>
                <a:gd name="adj" fmla="val 3045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/>
            </a:p>
          </p:txBody>
        </p:sp>
      </p:grpSp>
    </p:spTree>
    <p:extLst>
      <p:ext uri="{BB962C8B-B14F-4D97-AF65-F5344CB8AC3E}">
        <p14:creationId xmlns:p14="http://schemas.microsoft.com/office/powerpoint/2010/main" val="2754163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9C5FE5D4-311D-439F-803B-F795961D9DCC}"/>
              </a:ext>
            </a:extLst>
          </p:cNvPr>
          <p:cNvCxnSpPr>
            <a:cxnSpLocks/>
          </p:cNvCxnSpPr>
          <p:nvPr userDrawn="1"/>
        </p:nvCxnSpPr>
        <p:spPr>
          <a:xfrm>
            <a:off x="0" y="6606472"/>
            <a:ext cx="5401547" cy="10851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14097A41-94F7-4433-9E40-FD9897B66B70}"/>
              </a:ext>
            </a:extLst>
          </p:cNvPr>
          <p:cNvCxnSpPr>
            <a:cxnSpLocks/>
          </p:cNvCxnSpPr>
          <p:nvPr userDrawn="1"/>
        </p:nvCxnSpPr>
        <p:spPr>
          <a:xfrm>
            <a:off x="609600" y="1181100"/>
            <a:ext cx="11582400" cy="0"/>
          </a:xfrm>
          <a:prstGeom prst="line">
            <a:avLst/>
          </a:prstGeom>
          <a:ln w="28575">
            <a:solidFill>
              <a:srgbClr val="4B91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16C7238E-F11B-4F80-BFB7-097C52996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93055"/>
            <a:ext cx="10515600" cy="4351338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5294CEEE-2C46-4F9E-A30B-FAD7804401E4}"/>
              </a:ext>
            </a:extLst>
          </p:cNvPr>
          <p:cNvCxnSpPr>
            <a:cxnSpLocks/>
          </p:cNvCxnSpPr>
          <p:nvPr userDrawn="1"/>
        </p:nvCxnSpPr>
        <p:spPr>
          <a:xfrm>
            <a:off x="6837279" y="6606000"/>
            <a:ext cx="4146933" cy="11086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群組 9">
            <a:extLst>
              <a:ext uri="{FF2B5EF4-FFF2-40B4-BE49-F238E27FC236}">
                <a16:creationId xmlns:a16="http://schemas.microsoft.com/office/drawing/2014/main" id="{A677BCE2-E218-486C-96A6-604140A98D75}"/>
              </a:ext>
            </a:extLst>
          </p:cNvPr>
          <p:cNvGrpSpPr/>
          <p:nvPr userDrawn="1"/>
        </p:nvGrpSpPr>
        <p:grpSpPr>
          <a:xfrm>
            <a:off x="5541430" y="6501190"/>
            <a:ext cx="1159015" cy="365123"/>
            <a:chOff x="1556910" y="1526777"/>
            <a:chExt cx="6957916" cy="2665279"/>
          </a:xfrm>
          <a:solidFill>
            <a:schemeClr val="accent5">
              <a:lumMod val="75000"/>
            </a:schemeClr>
          </a:solidFill>
        </p:grpSpPr>
        <p:sp>
          <p:nvSpPr>
            <p:cNvPr id="11" name="平行四邊形 10">
              <a:extLst>
                <a:ext uri="{FF2B5EF4-FFF2-40B4-BE49-F238E27FC236}">
                  <a16:creationId xmlns:a16="http://schemas.microsoft.com/office/drawing/2014/main" id="{AE473C1B-9F14-42C4-B7C7-FD44322B9329}"/>
                </a:ext>
              </a:extLst>
            </p:cNvPr>
            <p:cNvSpPr/>
            <p:nvPr/>
          </p:nvSpPr>
          <p:spPr>
            <a:xfrm>
              <a:off x="4284168" y="1566301"/>
              <a:ext cx="536893" cy="2625755"/>
            </a:xfrm>
            <a:prstGeom prst="parallelogram">
              <a:avLst>
                <a:gd name="adj" fmla="val 3125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/>
            </a:p>
          </p:txBody>
        </p:sp>
        <p:sp>
          <p:nvSpPr>
            <p:cNvPr id="12" name="平行四邊形 11">
              <a:extLst>
                <a:ext uri="{FF2B5EF4-FFF2-40B4-BE49-F238E27FC236}">
                  <a16:creationId xmlns:a16="http://schemas.microsoft.com/office/drawing/2014/main" id="{68D854A8-DF5B-4014-88C3-16C1293F68B1}"/>
                </a:ext>
              </a:extLst>
            </p:cNvPr>
            <p:cNvSpPr/>
            <p:nvPr/>
          </p:nvSpPr>
          <p:spPr>
            <a:xfrm flipH="1">
              <a:off x="5249232" y="1526777"/>
              <a:ext cx="536893" cy="2625755"/>
            </a:xfrm>
            <a:prstGeom prst="parallelogram">
              <a:avLst>
                <a:gd name="adj" fmla="val 3125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/>
            </a:p>
          </p:txBody>
        </p:sp>
        <p:cxnSp>
          <p:nvCxnSpPr>
            <p:cNvPr id="13" name="直線接點 12">
              <a:extLst>
                <a:ext uri="{FF2B5EF4-FFF2-40B4-BE49-F238E27FC236}">
                  <a16:creationId xmlns:a16="http://schemas.microsoft.com/office/drawing/2014/main" id="{A80C5339-B776-4D2A-8A06-284CD31B3FBD}"/>
                </a:ext>
              </a:extLst>
            </p:cNvPr>
            <p:cNvCxnSpPr/>
            <p:nvPr/>
          </p:nvCxnSpPr>
          <p:spPr>
            <a:xfrm>
              <a:off x="3263317" y="1526796"/>
              <a:ext cx="947956" cy="0"/>
            </a:xfrm>
            <a:prstGeom prst="lin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平行四邊形 13">
              <a:extLst>
                <a:ext uri="{FF2B5EF4-FFF2-40B4-BE49-F238E27FC236}">
                  <a16:creationId xmlns:a16="http://schemas.microsoft.com/office/drawing/2014/main" id="{285AE48D-B7FC-46D2-AD46-0CCE4D843C6A}"/>
                </a:ext>
              </a:extLst>
            </p:cNvPr>
            <p:cNvSpPr/>
            <p:nvPr/>
          </p:nvSpPr>
          <p:spPr>
            <a:xfrm>
              <a:off x="1556910" y="1526795"/>
              <a:ext cx="1212204" cy="2625746"/>
            </a:xfrm>
            <a:prstGeom prst="parallelogram">
              <a:avLst>
                <a:gd name="adj" fmla="val 6648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/>
            </a:p>
          </p:txBody>
        </p:sp>
        <p:sp>
          <p:nvSpPr>
            <p:cNvPr id="15" name="平行四邊形 14">
              <a:extLst>
                <a:ext uri="{FF2B5EF4-FFF2-40B4-BE49-F238E27FC236}">
                  <a16:creationId xmlns:a16="http://schemas.microsoft.com/office/drawing/2014/main" id="{CB755DD7-0A18-4A45-81E2-8FD8D97E9F7B}"/>
                </a:ext>
              </a:extLst>
            </p:cNvPr>
            <p:cNvSpPr/>
            <p:nvPr/>
          </p:nvSpPr>
          <p:spPr>
            <a:xfrm flipH="1">
              <a:off x="2941089" y="1526795"/>
              <a:ext cx="763394" cy="2625746"/>
            </a:xfrm>
            <a:prstGeom prst="parallelogram">
              <a:avLst>
                <a:gd name="adj" fmla="val 47702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/>
            </a:p>
          </p:txBody>
        </p:sp>
        <p:sp>
          <p:nvSpPr>
            <p:cNvPr id="16" name="梯形 15">
              <a:extLst>
                <a:ext uri="{FF2B5EF4-FFF2-40B4-BE49-F238E27FC236}">
                  <a16:creationId xmlns:a16="http://schemas.microsoft.com/office/drawing/2014/main" id="{B9A43D47-938B-4342-914F-F799438B4D4D}"/>
                </a:ext>
              </a:extLst>
            </p:cNvPr>
            <p:cNvSpPr/>
            <p:nvPr/>
          </p:nvSpPr>
          <p:spPr>
            <a:xfrm>
              <a:off x="2222301" y="1526786"/>
              <a:ext cx="1109437" cy="461384"/>
            </a:xfrm>
            <a:prstGeom prst="trapezoid">
              <a:avLst>
                <a:gd name="adj" fmla="val 304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 dirty="0"/>
            </a:p>
          </p:txBody>
        </p:sp>
        <p:sp>
          <p:nvSpPr>
            <p:cNvPr id="17" name="平行四邊形 16">
              <a:extLst>
                <a:ext uri="{FF2B5EF4-FFF2-40B4-BE49-F238E27FC236}">
                  <a16:creationId xmlns:a16="http://schemas.microsoft.com/office/drawing/2014/main" id="{4EA9BFE6-4087-453F-A612-6317D26A96F6}"/>
                </a:ext>
              </a:extLst>
            </p:cNvPr>
            <p:cNvSpPr/>
            <p:nvPr/>
          </p:nvSpPr>
          <p:spPr>
            <a:xfrm flipH="1">
              <a:off x="7302617" y="1526786"/>
              <a:ext cx="1212209" cy="2625746"/>
            </a:xfrm>
            <a:prstGeom prst="parallelogram">
              <a:avLst>
                <a:gd name="adj" fmla="val 6648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/>
            </a:p>
          </p:txBody>
        </p:sp>
        <p:sp>
          <p:nvSpPr>
            <p:cNvPr id="18" name="平行四邊形 17">
              <a:extLst>
                <a:ext uri="{FF2B5EF4-FFF2-40B4-BE49-F238E27FC236}">
                  <a16:creationId xmlns:a16="http://schemas.microsoft.com/office/drawing/2014/main" id="{C3F88E56-5C6B-49FD-BC41-962E759E8217}"/>
                </a:ext>
              </a:extLst>
            </p:cNvPr>
            <p:cNvSpPr/>
            <p:nvPr/>
          </p:nvSpPr>
          <p:spPr>
            <a:xfrm>
              <a:off x="6377031" y="1526786"/>
              <a:ext cx="763397" cy="2625746"/>
            </a:xfrm>
            <a:prstGeom prst="parallelogram">
              <a:avLst>
                <a:gd name="adj" fmla="val 47702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/>
            </a:p>
          </p:txBody>
        </p:sp>
        <p:sp>
          <p:nvSpPr>
            <p:cNvPr id="19" name="梯形 18">
              <a:extLst>
                <a:ext uri="{FF2B5EF4-FFF2-40B4-BE49-F238E27FC236}">
                  <a16:creationId xmlns:a16="http://schemas.microsoft.com/office/drawing/2014/main" id="{2D8B958C-048D-4597-B8A7-4F202E1D8A1E}"/>
                </a:ext>
              </a:extLst>
            </p:cNvPr>
            <p:cNvSpPr/>
            <p:nvPr/>
          </p:nvSpPr>
          <p:spPr>
            <a:xfrm flipH="1">
              <a:off x="6717486" y="1526777"/>
              <a:ext cx="1109442" cy="461388"/>
            </a:xfrm>
            <a:prstGeom prst="trapezoid">
              <a:avLst>
                <a:gd name="adj" fmla="val 304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/>
            </a:p>
          </p:txBody>
        </p:sp>
        <p:sp>
          <p:nvSpPr>
            <p:cNvPr id="20" name="梯形 19">
              <a:extLst>
                <a:ext uri="{FF2B5EF4-FFF2-40B4-BE49-F238E27FC236}">
                  <a16:creationId xmlns:a16="http://schemas.microsoft.com/office/drawing/2014/main" id="{9E500854-7520-47EF-ABC1-B6D2E99F4F11}"/>
                </a:ext>
              </a:extLst>
            </p:cNvPr>
            <p:cNvSpPr/>
            <p:nvPr/>
          </p:nvSpPr>
          <p:spPr>
            <a:xfrm>
              <a:off x="1922742" y="2709648"/>
              <a:ext cx="1603695" cy="360721"/>
            </a:xfrm>
            <a:prstGeom prst="trapezoid">
              <a:avLst>
                <a:gd name="adj" fmla="val 3045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 dirty="0"/>
            </a:p>
          </p:txBody>
        </p:sp>
        <p:sp>
          <p:nvSpPr>
            <p:cNvPr id="21" name="梯形 20">
              <a:extLst>
                <a:ext uri="{FF2B5EF4-FFF2-40B4-BE49-F238E27FC236}">
                  <a16:creationId xmlns:a16="http://schemas.microsoft.com/office/drawing/2014/main" id="{47F205CC-92AA-4815-AA88-2440C11B9806}"/>
                </a:ext>
              </a:extLst>
            </p:cNvPr>
            <p:cNvSpPr/>
            <p:nvPr/>
          </p:nvSpPr>
          <p:spPr>
            <a:xfrm>
              <a:off x="6619177" y="2709643"/>
              <a:ext cx="1554760" cy="360717"/>
            </a:xfrm>
            <a:prstGeom prst="trapezoid">
              <a:avLst>
                <a:gd name="adj" fmla="val 3045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/>
            </a:p>
          </p:txBody>
        </p:sp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6E898BB1-8411-480A-991F-4413EEE47B76}"/>
              </a:ext>
            </a:extLst>
          </p:cNvPr>
          <p:cNvSpPr/>
          <p:nvPr userDrawn="1"/>
        </p:nvSpPr>
        <p:spPr>
          <a:xfrm rot="5400000">
            <a:off x="-3290890" y="3290887"/>
            <a:ext cx="6858003" cy="276225"/>
          </a:xfrm>
          <a:prstGeom prst="rect">
            <a:avLst/>
          </a:prstGeom>
          <a:solidFill>
            <a:srgbClr val="C5DC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投影片編號版面配置區 4">
            <a:extLst>
              <a:ext uri="{FF2B5EF4-FFF2-40B4-BE49-F238E27FC236}">
                <a16:creationId xmlns:a16="http://schemas.microsoft.com/office/drawing/2014/main" id="{5A56CCF0-1405-4CD0-B9C5-65F7BE64F870}"/>
              </a:ext>
            </a:extLst>
          </p:cNvPr>
          <p:cNvSpPr txBox="1">
            <a:spLocks/>
          </p:cNvSpPr>
          <p:nvPr userDrawn="1"/>
        </p:nvSpPr>
        <p:spPr>
          <a:xfrm>
            <a:off x="11008559" y="6422451"/>
            <a:ext cx="5480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r" defTabSz="914400" rtl="0" eaLnBrk="1" latinLnBrk="0" hangingPunct="1"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49BCECE-0A42-4917-B1B4-9BE51CC96EB2}" type="slidenum">
              <a:rPr lang="zh-TW" altLang="en-US" sz="2000" baseline="0" smtClean="0">
                <a:solidFill>
                  <a:srgbClr val="6F6F6F"/>
                </a:solidFill>
              </a:rPr>
              <a:pPr/>
              <a:t>‹#›</a:t>
            </a:fld>
            <a:endParaRPr lang="zh-TW" altLang="en-US" sz="2000" baseline="0" dirty="0">
              <a:solidFill>
                <a:srgbClr val="6F6F6F"/>
              </a:solidFill>
            </a:endParaRPr>
          </a:p>
        </p:txBody>
      </p:sp>
      <p:sp>
        <p:nvSpPr>
          <p:cNvPr id="22" name="副標題 2">
            <a:extLst>
              <a:ext uri="{FF2B5EF4-FFF2-40B4-BE49-F238E27FC236}">
                <a16:creationId xmlns:a16="http://schemas.microsoft.com/office/drawing/2014/main" id="{6B08E869-72C6-450B-AA48-AFB1F3272A29}"/>
              </a:ext>
            </a:extLst>
          </p:cNvPr>
          <p:cNvSpPr txBox="1">
            <a:spLocks/>
          </p:cNvSpPr>
          <p:nvPr userDrawn="1"/>
        </p:nvSpPr>
        <p:spPr>
          <a:xfrm>
            <a:off x="609600" y="365124"/>
            <a:ext cx="10744200" cy="815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TW" sz="4400" dirty="0">
                <a:latin typeface="+mj-lt"/>
                <a:ea typeface="+mj-ea"/>
              </a:rPr>
              <a:t>Outline</a:t>
            </a:r>
            <a:endParaRPr lang="zh-TW" altLang="en-US" sz="4400" dirty="0">
              <a:latin typeface="+mj-lt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189592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與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29247B60-7399-4E59-B4B6-DD6C660551BC}"/>
              </a:ext>
            </a:extLst>
          </p:cNvPr>
          <p:cNvCxnSpPr>
            <a:cxnSpLocks/>
          </p:cNvCxnSpPr>
          <p:nvPr userDrawn="1"/>
        </p:nvCxnSpPr>
        <p:spPr>
          <a:xfrm>
            <a:off x="0" y="6606472"/>
            <a:ext cx="5401547" cy="10851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>
            <a:extLst>
              <a:ext uri="{FF2B5EF4-FFF2-40B4-BE49-F238E27FC236}">
                <a16:creationId xmlns:a16="http://schemas.microsoft.com/office/drawing/2014/main" id="{E6913584-9488-4487-A08F-1254E81E4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6"/>
            <a:ext cx="10744200" cy="815974"/>
          </a:xfrm>
        </p:spPr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14097A41-94F7-4433-9E40-FD9897B66B70}"/>
              </a:ext>
            </a:extLst>
          </p:cNvPr>
          <p:cNvCxnSpPr>
            <a:cxnSpLocks/>
          </p:cNvCxnSpPr>
          <p:nvPr userDrawn="1"/>
        </p:nvCxnSpPr>
        <p:spPr>
          <a:xfrm>
            <a:off x="609600" y="1181100"/>
            <a:ext cx="11582400" cy="0"/>
          </a:xfrm>
          <a:prstGeom prst="line">
            <a:avLst/>
          </a:prstGeom>
          <a:ln w="28575">
            <a:solidFill>
              <a:srgbClr val="4B91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16C7238E-F11B-4F80-BFB7-097C52996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93055"/>
            <a:ext cx="105156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A677BCE2-E218-486C-96A6-604140A98D75}"/>
              </a:ext>
            </a:extLst>
          </p:cNvPr>
          <p:cNvGrpSpPr/>
          <p:nvPr userDrawn="1"/>
        </p:nvGrpSpPr>
        <p:grpSpPr>
          <a:xfrm>
            <a:off x="5541430" y="6501190"/>
            <a:ext cx="1159015" cy="365123"/>
            <a:chOff x="1556910" y="1526777"/>
            <a:chExt cx="6957916" cy="2665279"/>
          </a:xfrm>
          <a:solidFill>
            <a:schemeClr val="accent5">
              <a:lumMod val="75000"/>
            </a:schemeClr>
          </a:solidFill>
        </p:grpSpPr>
        <p:sp>
          <p:nvSpPr>
            <p:cNvPr id="11" name="平行四邊形 10">
              <a:extLst>
                <a:ext uri="{FF2B5EF4-FFF2-40B4-BE49-F238E27FC236}">
                  <a16:creationId xmlns:a16="http://schemas.microsoft.com/office/drawing/2014/main" id="{AE473C1B-9F14-42C4-B7C7-FD44322B9329}"/>
                </a:ext>
              </a:extLst>
            </p:cNvPr>
            <p:cNvSpPr/>
            <p:nvPr/>
          </p:nvSpPr>
          <p:spPr>
            <a:xfrm>
              <a:off x="4284168" y="1566301"/>
              <a:ext cx="536893" cy="2625755"/>
            </a:xfrm>
            <a:prstGeom prst="parallelogram">
              <a:avLst>
                <a:gd name="adj" fmla="val 3125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/>
            </a:p>
          </p:txBody>
        </p:sp>
        <p:sp>
          <p:nvSpPr>
            <p:cNvPr id="12" name="平行四邊形 11">
              <a:extLst>
                <a:ext uri="{FF2B5EF4-FFF2-40B4-BE49-F238E27FC236}">
                  <a16:creationId xmlns:a16="http://schemas.microsoft.com/office/drawing/2014/main" id="{68D854A8-DF5B-4014-88C3-16C1293F68B1}"/>
                </a:ext>
              </a:extLst>
            </p:cNvPr>
            <p:cNvSpPr/>
            <p:nvPr/>
          </p:nvSpPr>
          <p:spPr>
            <a:xfrm flipH="1">
              <a:off x="5249232" y="1526777"/>
              <a:ext cx="536893" cy="2625755"/>
            </a:xfrm>
            <a:prstGeom prst="parallelogram">
              <a:avLst>
                <a:gd name="adj" fmla="val 3125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/>
            </a:p>
          </p:txBody>
        </p:sp>
        <p:cxnSp>
          <p:nvCxnSpPr>
            <p:cNvPr id="13" name="直線接點 12">
              <a:extLst>
                <a:ext uri="{FF2B5EF4-FFF2-40B4-BE49-F238E27FC236}">
                  <a16:creationId xmlns:a16="http://schemas.microsoft.com/office/drawing/2014/main" id="{A80C5339-B776-4D2A-8A06-284CD31B3FBD}"/>
                </a:ext>
              </a:extLst>
            </p:cNvPr>
            <p:cNvCxnSpPr/>
            <p:nvPr/>
          </p:nvCxnSpPr>
          <p:spPr>
            <a:xfrm>
              <a:off x="3263317" y="1526796"/>
              <a:ext cx="947956" cy="0"/>
            </a:xfrm>
            <a:prstGeom prst="lin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平行四邊形 13">
              <a:extLst>
                <a:ext uri="{FF2B5EF4-FFF2-40B4-BE49-F238E27FC236}">
                  <a16:creationId xmlns:a16="http://schemas.microsoft.com/office/drawing/2014/main" id="{285AE48D-B7FC-46D2-AD46-0CCE4D843C6A}"/>
                </a:ext>
              </a:extLst>
            </p:cNvPr>
            <p:cNvSpPr/>
            <p:nvPr/>
          </p:nvSpPr>
          <p:spPr>
            <a:xfrm>
              <a:off x="1556910" y="1526795"/>
              <a:ext cx="1212204" cy="2625746"/>
            </a:xfrm>
            <a:prstGeom prst="parallelogram">
              <a:avLst>
                <a:gd name="adj" fmla="val 6648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/>
            </a:p>
          </p:txBody>
        </p:sp>
        <p:sp>
          <p:nvSpPr>
            <p:cNvPr id="15" name="平行四邊形 14">
              <a:extLst>
                <a:ext uri="{FF2B5EF4-FFF2-40B4-BE49-F238E27FC236}">
                  <a16:creationId xmlns:a16="http://schemas.microsoft.com/office/drawing/2014/main" id="{CB755DD7-0A18-4A45-81E2-8FD8D97E9F7B}"/>
                </a:ext>
              </a:extLst>
            </p:cNvPr>
            <p:cNvSpPr/>
            <p:nvPr/>
          </p:nvSpPr>
          <p:spPr>
            <a:xfrm flipH="1">
              <a:off x="2941089" y="1526795"/>
              <a:ext cx="763394" cy="2625746"/>
            </a:xfrm>
            <a:prstGeom prst="parallelogram">
              <a:avLst>
                <a:gd name="adj" fmla="val 47702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/>
            </a:p>
          </p:txBody>
        </p:sp>
        <p:sp>
          <p:nvSpPr>
            <p:cNvPr id="16" name="梯形 15">
              <a:extLst>
                <a:ext uri="{FF2B5EF4-FFF2-40B4-BE49-F238E27FC236}">
                  <a16:creationId xmlns:a16="http://schemas.microsoft.com/office/drawing/2014/main" id="{B9A43D47-938B-4342-914F-F799438B4D4D}"/>
                </a:ext>
              </a:extLst>
            </p:cNvPr>
            <p:cNvSpPr/>
            <p:nvPr/>
          </p:nvSpPr>
          <p:spPr>
            <a:xfrm>
              <a:off x="2222301" y="1526786"/>
              <a:ext cx="1109437" cy="461384"/>
            </a:xfrm>
            <a:prstGeom prst="trapezoid">
              <a:avLst>
                <a:gd name="adj" fmla="val 304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 dirty="0"/>
            </a:p>
          </p:txBody>
        </p:sp>
        <p:sp>
          <p:nvSpPr>
            <p:cNvPr id="17" name="平行四邊形 16">
              <a:extLst>
                <a:ext uri="{FF2B5EF4-FFF2-40B4-BE49-F238E27FC236}">
                  <a16:creationId xmlns:a16="http://schemas.microsoft.com/office/drawing/2014/main" id="{4EA9BFE6-4087-453F-A612-6317D26A96F6}"/>
                </a:ext>
              </a:extLst>
            </p:cNvPr>
            <p:cNvSpPr/>
            <p:nvPr/>
          </p:nvSpPr>
          <p:spPr>
            <a:xfrm flipH="1">
              <a:off x="7302617" y="1526786"/>
              <a:ext cx="1212209" cy="2625746"/>
            </a:xfrm>
            <a:prstGeom prst="parallelogram">
              <a:avLst>
                <a:gd name="adj" fmla="val 6648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/>
            </a:p>
          </p:txBody>
        </p:sp>
        <p:sp>
          <p:nvSpPr>
            <p:cNvPr id="18" name="平行四邊形 17">
              <a:extLst>
                <a:ext uri="{FF2B5EF4-FFF2-40B4-BE49-F238E27FC236}">
                  <a16:creationId xmlns:a16="http://schemas.microsoft.com/office/drawing/2014/main" id="{C3F88E56-5C6B-49FD-BC41-962E759E8217}"/>
                </a:ext>
              </a:extLst>
            </p:cNvPr>
            <p:cNvSpPr/>
            <p:nvPr/>
          </p:nvSpPr>
          <p:spPr>
            <a:xfrm>
              <a:off x="6377031" y="1526786"/>
              <a:ext cx="763397" cy="2625746"/>
            </a:xfrm>
            <a:prstGeom prst="parallelogram">
              <a:avLst>
                <a:gd name="adj" fmla="val 47702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/>
            </a:p>
          </p:txBody>
        </p:sp>
        <p:sp>
          <p:nvSpPr>
            <p:cNvPr id="19" name="梯形 18">
              <a:extLst>
                <a:ext uri="{FF2B5EF4-FFF2-40B4-BE49-F238E27FC236}">
                  <a16:creationId xmlns:a16="http://schemas.microsoft.com/office/drawing/2014/main" id="{2D8B958C-048D-4597-B8A7-4F202E1D8A1E}"/>
                </a:ext>
              </a:extLst>
            </p:cNvPr>
            <p:cNvSpPr/>
            <p:nvPr/>
          </p:nvSpPr>
          <p:spPr>
            <a:xfrm flipH="1">
              <a:off x="6717486" y="1526777"/>
              <a:ext cx="1109442" cy="461388"/>
            </a:xfrm>
            <a:prstGeom prst="trapezoid">
              <a:avLst>
                <a:gd name="adj" fmla="val 304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/>
            </a:p>
          </p:txBody>
        </p:sp>
        <p:sp>
          <p:nvSpPr>
            <p:cNvPr id="20" name="梯形 19">
              <a:extLst>
                <a:ext uri="{FF2B5EF4-FFF2-40B4-BE49-F238E27FC236}">
                  <a16:creationId xmlns:a16="http://schemas.microsoft.com/office/drawing/2014/main" id="{9E500854-7520-47EF-ABC1-B6D2E99F4F11}"/>
                </a:ext>
              </a:extLst>
            </p:cNvPr>
            <p:cNvSpPr/>
            <p:nvPr/>
          </p:nvSpPr>
          <p:spPr>
            <a:xfrm>
              <a:off x="1922742" y="2709648"/>
              <a:ext cx="1603695" cy="360721"/>
            </a:xfrm>
            <a:prstGeom prst="trapezoid">
              <a:avLst>
                <a:gd name="adj" fmla="val 3045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 dirty="0"/>
            </a:p>
          </p:txBody>
        </p:sp>
        <p:sp>
          <p:nvSpPr>
            <p:cNvPr id="21" name="梯形 20">
              <a:extLst>
                <a:ext uri="{FF2B5EF4-FFF2-40B4-BE49-F238E27FC236}">
                  <a16:creationId xmlns:a16="http://schemas.microsoft.com/office/drawing/2014/main" id="{47F205CC-92AA-4815-AA88-2440C11B9806}"/>
                </a:ext>
              </a:extLst>
            </p:cNvPr>
            <p:cNvSpPr/>
            <p:nvPr/>
          </p:nvSpPr>
          <p:spPr>
            <a:xfrm>
              <a:off x="6619177" y="2709643"/>
              <a:ext cx="1554760" cy="360717"/>
            </a:xfrm>
            <a:prstGeom prst="trapezoid">
              <a:avLst>
                <a:gd name="adj" fmla="val 3045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/>
            </a:p>
          </p:txBody>
        </p:sp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6E898BB1-8411-480A-991F-4413EEE47B76}"/>
              </a:ext>
            </a:extLst>
          </p:cNvPr>
          <p:cNvSpPr/>
          <p:nvPr userDrawn="1"/>
        </p:nvSpPr>
        <p:spPr>
          <a:xfrm rot="5400000">
            <a:off x="-3290890" y="3290887"/>
            <a:ext cx="6858003" cy="276225"/>
          </a:xfrm>
          <a:prstGeom prst="rect">
            <a:avLst/>
          </a:prstGeom>
          <a:solidFill>
            <a:srgbClr val="C5DC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D7D056F4-BFC6-4411-8271-40A08E7CFEA8}"/>
              </a:ext>
            </a:extLst>
          </p:cNvPr>
          <p:cNvCxnSpPr>
            <a:cxnSpLocks/>
          </p:cNvCxnSpPr>
          <p:nvPr userDrawn="1"/>
        </p:nvCxnSpPr>
        <p:spPr>
          <a:xfrm>
            <a:off x="6837279" y="6606000"/>
            <a:ext cx="4146933" cy="11086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投影片編號版面配置區 4">
            <a:extLst>
              <a:ext uri="{FF2B5EF4-FFF2-40B4-BE49-F238E27FC236}">
                <a16:creationId xmlns:a16="http://schemas.microsoft.com/office/drawing/2014/main" id="{3685F16A-88A1-4A96-9D19-53EA6993B50E}"/>
              </a:ext>
            </a:extLst>
          </p:cNvPr>
          <p:cNvSpPr txBox="1">
            <a:spLocks/>
          </p:cNvSpPr>
          <p:nvPr userDrawn="1"/>
        </p:nvSpPr>
        <p:spPr>
          <a:xfrm>
            <a:off x="11008559" y="6422451"/>
            <a:ext cx="5480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r" defTabSz="914400" rtl="0" eaLnBrk="1" latinLnBrk="0" hangingPunct="1"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49BCECE-0A42-4917-B1B4-9BE51CC96EB2}" type="slidenum">
              <a:rPr lang="zh-TW" altLang="en-US" sz="2000" baseline="0" smtClean="0">
                <a:solidFill>
                  <a:srgbClr val="6F6F6F"/>
                </a:solidFill>
              </a:rPr>
              <a:pPr/>
              <a:t>‹#›</a:t>
            </a:fld>
            <a:endParaRPr lang="zh-TW" altLang="en-US" sz="2000" baseline="0" dirty="0">
              <a:solidFill>
                <a:srgbClr val="6F6F6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1391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FF097956-A18E-422F-937B-9D31EA362C52}"/>
              </a:ext>
            </a:extLst>
          </p:cNvPr>
          <p:cNvCxnSpPr>
            <a:cxnSpLocks/>
          </p:cNvCxnSpPr>
          <p:nvPr userDrawn="1"/>
        </p:nvCxnSpPr>
        <p:spPr>
          <a:xfrm>
            <a:off x="0" y="6606472"/>
            <a:ext cx="5401547" cy="10851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16C7238E-F11B-4F80-BFB7-097C52996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866269"/>
            <a:ext cx="10515600" cy="507812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A677BCE2-E218-486C-96A6-604140A98D75}"/>
              </a:ext>
            </a:extLst>
          </p:cNvPr>
          <p:cNvGrpSpPr/>
          <p:nvPr userDrawn="1"/>
        </p:nvGrpSpPr>
        <p:grpSpPr>
          <a:xfrm>
            <a:off x="5541430" y="6501190"/>
            <a:ext cx="1159015" cy="365123"/>
            <a:chOff x="1556910" y="1526777"/>
            <a:chExt cx="6957916" cy="2665279"/>
          </a:xfrm>
          <a:solidFill>
            <a:schemeClr val="accent5">
              <a:lumMod val="75000"/>
            </a:schemeClr>
          </a:solidFill>
        </p:grpSpPr>
        <p:sp>
          <p:nvSpPr>
            <p:cNvPr id="11" name="平行四邊形 10">
              <a:extLst>
                <a:ext uri="{FF2B5EF4-FFF2-40B4-BE49-F238E27FC236}">
                  <a16:creationId xmlns:a16="http://schemas.microsoft.com/office/drawing/2014/main" id="{AE473C1B-9F14-42C4-B7C7-FD44322B9329}"/>
                </a:ext>
              </a:extLst>
            </p:cNvPr>
            <p:cNvSpPr/>
            <p:nvPr/>
          </p:nvSpPr>
          <p:spPr>
            <a:xfrm>
              <a:off x="4284168" y="1566301"/>
              <a:ext cx="536893" cy="2625755"/>
            </a:xfrm>
            <a:prstGeom prst="parallelogram">
              <a:avLst>
                <a:gd name="adj" fmla="val 3125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/>
            </a:p>
          </p:txBody>
        </p:sp>
        <p:sp>
          <p:nvSpPr>
            <p:cNvPr id="12" name="平行四邊形 11">
              <a:extLst>
                <a:ext uri="{FF2B5EF4-FFF2-40B4-BE49-F238E27FC236}">
                  <a16:creationId xmlns:a16="http://schemas.microsoft.com/office/drawing/2014/main" id="{68D854A8-DF5B-4014-88C3-16C1293F68B1}"/>
                </a:ext>
              </a:extLst>
            </p:cNvPr>
            <p:cNvSpPr/>
            <p:nvPr/>
          </p:nvSpPr>
          <p:spPr>
            <a:xfrm flipH="1">
              <a:off x="5249232" y="1526777"/>
              <a:ext cx="536893" cy="2625755"/>
            </a:xfrm>
            <a:prstGeom prst="parallelogram">
              <a:avLst>
                <a:gd name="adj" fmla="val 3125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/>
            </a:p>
          </p:txBody>
        </p:sp>
        <p:cxnSp>
          <p:nvCxnSpPr>
            <p:cNvPr id="13" name="直線接點 12">
              <a:extLst>
                <a:ext uri="{FF2B5EF4-FFF2-40B4-BE49-F238E27FC236}">
                  <a16:creationId xmlns:a16="http://schemas.microsoft.com/office/drawing/2014/main" id="{A80C5339-B776-4D2A-8A06-284CD31B3FBD}"/>
                </a:ext>
              </a:extLst>
            </p:cNvPr>
            <p:cNvCxnSpPr/>
            <p:nvPr/>
          </p:nvCxnSpPr>
          <p:spPr>
            <a:xfrm>
              <a:off x="3263317" y="1526796"/>
              <a:ext cx="947956" cy="0"/>
            </a:xfrm>
            <a:prstGeom prst="lin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平行四邊形 13">
              <a:extLst>
                <a:ext uri="{FF2B5EF4-FFF2-40B4-BE49-F238E27FC236}">
                  <a16:creationId xmlns:a16="http://schemas.microsoft.com/office/drawing/2014/main" id="{285AE48D-B7FC-46D2-AD46-0CCE4D843C6A}"/>
                </a:ext>
              </a:extLst>
            </p:cNvPr>
            <p:cNvSpPr/>
            <p:nvPr/>
          </p:nvSpPr>
          <p:spPr>
            <a:xfrm>
              <a:off x="1556910" y="1526795"/>
              <a:ext cx="1212204" cy="2625746"/>
            </a:xfrm>
            <a:prstGeom prst="parallelogram">
              <a:avLst>
                <a:gd name="adj" fmla="val 6648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/>
            </a:p>
          </p:txBody>
        </p:sp>
        <p:sp>
          <p:nvSpPr>
            <p:cNvPr id="15" name="平行四邊形 14">
              <a:extLst>
                <a:ext uri="{FF2B5EF4-FFF2-40B4-BE49-F238E27FC236}">
                  <a16:creationId xmlns:a16="http://schemas.microsoft.com/office/drawing/2014/main" id="{CB755DD7-0A18-4A45-81E2-8FD8D97E9F7B}"/>
                </a:ext>
              </a:extLst>
            </p:cNvPr>
            <p:cNvSpPr/>
            <p:nvPr/>
          </p:nvSpPr>
          <p:spPr>
            <a:xfrm flipH="1">
              <a:off x="2941089" y="1526795"/>
              <a:ext cx="763394" cy="2625746"/>
            </a:xfrm>
            <a:prstGeom prst="parallelogram">
              <a:avLst>
                <a:gd name="adj" fmla="val 47702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/>
            </a:p>
          </p:txBody>
        </p:sp>
        <p:sp>
          <p:nvSpPr>
            <p:cNvPr id="16" name="梯形 15">
              <a:extLst>
                <a:ext uri="{FF2B5EF4-FFF2-40B4-BE49-F238E27FC236}">
                  <a16:creationId xmlns:a16="http://schemas.microsoft.com/office/drawing/2014/main" id="{B9A43D47-938B-4342-914F-F799438B4D4D}"/>
                </a:ext>
              </a:extLst>
            </p:cNvPr>
            <p:cNvSpPr/>
            <p:nvPr/>
          </p:nvSpPr>
          <p:spPr>
            <a:xfrm>
              <a:off x="2222301" y="1526786"/>
              <a:ext cx="1109437" cy="461384"/>
            </a:xfrm>
            <a:prstGeom prst="trapezoid">
              <a:avLst>
                <a:gd name="adj" fmla="val 304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 dirty="0"/>
            </a:p>
          </p:txBody>
        </p:sp>
        <p:sp>
          <p:nvSpPr>
            <p:cNvPr id="17" name="平行四邊形 16">
              <a:extLst>
                <a:ext uri="{FF2B5EF4-FFF2-40B4-BE49-F238E27FC236}">
                  <a16:creationId xmlns:a16="http://schemas.microsoft.com/office/drawing/2014/main" id="{4EA9BFE6-4087-453F-A612-6317D26A96F6}"/>
                </a:ext>
              </a:extLst>
            </p:cNvPr>
            <p:cNvSpPr/>
            <p:nvPr/>
          </p:nvSpPr>
          <p:spPr>
            <a:xfrm flipH="1">
              <a:off x="7302617" y="1526786"/>
              <a:ext cx="1212209" cy="2625746"/>
            </a:xfrm>
            <a:prstGeom prst="parallelogram">
              <a:avLst>
                <a:gd name="adj" fmla="val 6648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/>
            </a:p>
          </p:txBody>
        </p:sp>
        <p:sp>
          <p:nvSpPr>
            <p:cNvPr id="18" name="平行四邊形 17">
              <a:extLst>
                <a:ext uri="{FF2B5EF4-FFF2-40B4-BE49-F238E27FC236}">
                  <a16:creationId xmlns:a16="http://schemas.microsoft.com/office/drawing/2014/main" id="{C3F88E56-5C6B-49FD-BC41-962E759E8217}"/>
                </a:ext>
              </a:extLst>
            </p:cNvPr>
            <p:cNvSpPr/>
            <p:nvPr/>
          </p:nvSpPr>
          <p:spPr>
            <a:xfrm>
              <a:off x="6377031" y="1526786"/>
              <a:ext cx="763397" cy="2625746"/>
            </a:xfrm>
            <a:prstGeom prst="parallelogram">
              <a:avLst>
                <a:gd name="adj" fmla="val 47702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/>
            </a:p>
          </p:txBody>
        </p:sp>
        <p:sp>
          <p:nvSpPr>
            <p:cNvPr id="19" name="梯形 18">
              <a:extLst>
                <a:ext uri="{FF2B5EF4-FFF2-40B4-BE49-F238E27FC236}">
                  <a16:creationId xmlns:a16="http://schemas.microsoft.com/office/drawing/2014/main" id="{2D8B958C-048D-4597-B8A7-4F202E1D8A1E}"/>
                </a:ext>
              </a:extLst>
            </p:cNvPr>
            <p:cNvSpPr/>
            <p:nvPr/>
          </p:nvSpPr>
          <p:spPr>
            <a:xfrm flipH="1">
              <a:off x="6717486" y="1526777"/>
              <a:ext cx="1109442" cy="461388"/>
            </a:xfrm>
            <a:prstGeom prst="trapezoid">
              <a:avLst>
                <a:gd name="adj" fmla="val 304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/>
            </a:p>
          </p:txBody>
        </p:sp>
        <p:sp>
          <p:nvSpPr>
            <p:cNvPr id="20" name="梯形 19">
              <a:extLst>
                <a:ext uri="{FF2B5EF4-FFF2-40B4-BE49-F238E27FC236}">
                  <a16:creationId xmlns:a16="http://schemas.microsoft.com/office/drawing/2014/main" id="{9E500854-7520-47EF-ABC1-B6D2E99F4F11}"/>
                </a:ext>
              </a:extLst>
            </p:cNvPr>
            <p:cNvSpPr/>
            <p:nvPr/>
          </p:nvSpPr>
          <p:spPr>
            <a:xfrm>
              <a:off x="1922742" y="2709648"/>
              <a:ext cx="1603695" cy="360721"/>
            </a:xfrm>
            <a:prstGeom prst="trapezoid">
              <a:avLst>
                <a:gd name="adj" fmla="val 3045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 dirty="0"/>
            </a:p>
          </p:txBody>
        </p:sp>
        <p:sp>
          <p:nvSpPr>
            <p:cNvPr id="21" name="梯形 20">
              <a:extLst>
                <a:ext uri="{FF2B5EF4-FFF2-40B4-BE49-F238E27FC236}">
                  <a16:creationId xmlns:a16="http://schemas.microsoft.com/office/drawing/2014/main" id="{47F205CC-92AA-4815-AA88-2440C11B9806}"/>
                </a:ext>
              </a:extLst>
            </p:cNvPr>
            <p:cNvSpPr/>
            <p:nvPr/>
          </p:nvSpPr>
          <p:spPr>
            <a:xfrm>
              <a:off x="6619177" y="2709643"/>
              <a:ext cx="1554760" cy="360717"/>
            </a:xfrm>
            <a:prstGeom prst="trapezoid">
              <a:avLst>
                <a:gd name="adj" fmla="val 3045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/>
            </a:p>
          </p:txBody>
        </p:sp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6E898BB1-8411-480A-991F-4413EEE47B76}"/>
              </a:ext>
            </a:extLst>
          </p:cNvPr>
          <p:cNvSpPr/>
          <p:nvPr userDrawn="1"/>
        </p:nvSpPr>
        <p:spPr>
          <a:xfrm rot="5400000">
            <a:off x="-3290890" y="3290887"/>
            <a:ext cx="6858003" cy="276225"/>
          </a:xfrm>
          <a:prstGeom prst="rect">
            <a:avLst/>
          </a:prstGeom>
          <a:solidFill>
            <a:srgbClr val="C5DC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152CD4D5-852B-460B-B337-1D8B74DC8139}"/>
              </a:ext>
            </a:extLst>
          </p:cNvPr>
          <p:cNvCxnSpPr>
            <a:cxnSpLocks/>
          </p:cNvCxnSpPr>
          <p:nvPr userDrawn="1"/>
        </p:nvCxnSpPr>
        <p:spPr>
          <a:xfrm>
            <a:off x="6837279" y="6606000"/>
            <a:ext cx="4146933" cy="11086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投影片編號版面配置區 4">
            <a:extLst>
              <a:ext uri="{FF2B5EF4-FFF2-40B4-BE49-F238E27FC236}">
                <a16:creationId xmlns:a16="http://schemas.microsoft.com/office/drawing/2014/main" id="{1FA9BD29-4E4C-46A9-8114-4159649459E1}"/>
              </a:ext>
            </a:extLst>
          </p:cNvPr>
          <p:cNvSpPr txBox="1">
            <a:spLocks/>
          </p:cNvSpPr>
          <p:nvPr userDrawn="1"/>
        </p:nvSpPr>
        <p:spPr>
          <a:xfrm>
            <a:off x="11008559" y="6422451"/>
            <a:ext cx="5480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r" defTabSz="914400" rtl="0" eaLnBrk="1" latinLnBrk="0" hangingPunct="1"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49BCECE-0A42-4917-B1B4-9BE51CC96EB2}" type="slidenum">
              <a:rPr lang="zh-TW" altLang="en-US" sz="2000" baseline="0" smtClean="0">
                <a:solidFill>
                  <a:srgbClr val="6F6F6F"/>
                </a:solidFill>
              </a:rPr>
              <a:pPr/>
              <a:t>‹#›</a:t>
            </a:fld>
            <a:endParaRPr lang="zh-TW" altLang="en-US" sz="2000" baseline="0" dirty="0">
              <a:solidFill>
                <a:srgbClr val="6F6F6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7821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直線接點 26">
            <a:extLst>
              <a:ext uri="{FF2B5EF4-FFF2-40B4-BE49-F238E27FC236}">
                <a16:creationId xmlns:a16="http://schemas.microsoft.com/office/drawing/2014/main" id="{A910FE42-39AA-43CD-A9A5-878CC7755A52}"/>
              </a:ext>
            </a:extLst>
          </p:cNvPr>
          <p:cNvCxnSpPr>
            <a:cxnSpLocks/>
          </p:cNvCxnSpPr>
          <p:nvPr userDrawn="1"/>
        </p:nvCxnSpPr>
        <p:spPr>
          <a:xfrm>
            <a:off x="0" y="6606472"/>
            <a:ext cx="5401547" cy="10851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DE9DCE1-779C-4840-9F25-429E3F5891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594800"/>
            <a:ext cx="5381206" cy="442562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7EC5537-D301-4CCB-AA55-E6400560D8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1195" y="1594800"/>
            <a:ext cx="5355376" cy="442562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917E60DA-0222-4F93-A70C-1EC20206369A}"/>
              </a:ext>
            </a:extLst>
          </p:cNvPr>
          <p:cNvGrpSpPr/>
          <p:nvPr userDrawn="1"/>
        </p:nvGrpSpPr>
        <p:grpSpPr>
          <a:xfrm>
            <a:off x="5541430" y="6501190"/>
            <a:ext cx="1159015" cy="365123"/>
            <a:chOff x="1556910" y="1526777"/>
            <a:chExt cx="6957916" cy="2665279"/>
          </a:xfrm>
          <a:solidFill>
            <a:schemeClr val="accent5">
              <a:lumMod val="75000"/>
            </a:schemeClr>
          </a:solidFill>
        </p:grpSpPr>
        <p:sp>
          <p:nvSpPr>
            <p:cNvPr id="11" name="平行四邊形 10">
              <a:extLst>
                <a:ext uri="{FF2B5EF4-FFF2-40B4-BE49-F238E27FC236}">
                  <a16:creationId xmlns:a16="http://schemas.microsoft.com/office/drawing/2014/main" id="{F139D01B-FFF5-437C-9263-AACEC7E4B1AE}"/>
                </a:ext>
              </a:extLst>
            </p:cNvPr>
            <p:cNvSpPr/>
            <p:nvPr/>
          </p:nvSpPr>
          <p:spPr>
            <a:xfrm>
              <a:off x="4284168" y="1566301"/>
              <a:ext cx="536893" cy="2625755"/>
            </a:xfrm>
            <a:prstGeom prst="parallelogram">
              <a:avLst>
                <a:gd name="adj" fmla="val 3125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/>
            </a:p>
          </p:txBody>
        </p:sp>
        <p:sp>
          <p:nvSpPr>
            <p:cNvPr id="12" name="平行四邊形 11">
              <a:extLst>
                <a:ext uri="{FF2B5EF4-FFF2-40B4-BE49-F238E27FC236}">
                  <a16:creationId xmlns:a16="http://schemas.microsoft.com/office/drawing/2014/main" id="{163DC193-C278-4D96-BB9B-AF8B815E880F}"/>
                </a:ext>
              </a:extLst>
            </p:cNvPr>
            <p:cNvSpPr/>
            <p:nvPr/>
          </p:nvSpPr>
          <p:spPr>
            <a:xfrm flipH="1">
              <a:off x="5249232" y="1526777"/>
              <a:ext cx="536893" cy="2625755"/>
            </a:xfrm>
            <a:prstGeom prst="parallelogram">
              <a:avLst>
                <a:gd name="adj" fmla="val 3125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/>
            </a:p>
          </p:txBody>
        </p:sp>
        <p:cxnSp>
          <p:nvCxnSpPr>
            <p:cNvPr id="13" name="直線接點 12">
              <a:extLst>
                <a:ext uri="{FF2B5EF4-FFF2-40B4-BE49-F238E27FC236}">
                  <a16:creationId xmlns:a16="http://schemas.microsoft.com/office/drawing/2014/main" id="{6B9A0060-EAAF-4423-BE20-62E47AB84DE8}"/>
                </a:ext>
              </a:extLst>
            </p:cNvPr>
            <p:cNvCxnSpPr/>
            <p:nvPr/>
          </p:nvCxnSpPr>
          <p:spPr>
            <a:xfrm>
              <a:off x="3263317" y="1526796"/>
              <a:ext cx="947956" cy="0"/>
            </a:xfrm>
            <a:prstGeom prst="lin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平行四邊形 13">
              <a:extLst>
                <a:ext uri="{FF2B5EF4-FFF2-40B4-BE49-F238E27FC236}">
                  <a16:creationId xmlns:a16="http://schemas.microsoft.com/office/drawing/2014/main" id="{E4DBEFC8-A202-4DF0-9C37-6C5D7F15195E}"/>
                </a:ext>
              </a:extLst>
            </p:cNvPr>
            <p:cNvSpPr/>
            <p:nvPr/>
          </p:nvSpPr>
          <p:spPr>
            <a:xfrm>
              <a:off x="1556910" y="1526795"/>
              <a:ext cx="1212204" cy="2625746"/>
            </a:xfrm>
            <a:prstGeom prst="parallelogram">
              <a:avLst>
                <a:gd name="adj" fmla="val 6648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/>
            </a:p>
          </p:txBody>
        </p:sp>
        <p:sp>
          <p:nvSpPr>
            <p:cNvPr id="15" name="平行四邊形 14">
              <a:extLst>
                <a:ext uri="{FF2B5EF4-FFF2-40B4-BE49-F238E27FC236}">
                  <a16:creationId xmlns:a16="http://schemas.microsoft.com/office/drawing/2014/main" id="{E06E8079-4641-4FD5-8381-A9929941B1CD}"/>
                </a:ext>
              </a:extLst>
            </p:cNvPr>
            <p:cNvSpPr/>
            <p:nvPr/>
          </p:nvSpPr>
          <p:spPr>
            <a:xfrm flipH="1">
              <a:off x="2941089" y="1526795"/>
              <a:ext cx="763394" cy="2625746"/>
            </a:xfrm>
            <a:prstGeom prst="parallelogram">
              <a:avLst>
                <a:gd name="adj" fmla="val 47702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/>
            </a:p>
          </p:txBody>
        </p:sp>
        <p:sp>
          <p:nvSpPr>
            <p:cNvPr id="16" name="梯形 15">
              <a:extLst>
                <a:ext uri="{FF2B5EF4-FFF2-40B4-BE49-F238E27FC236}">
                  <a16:creationId xmlns:a16="http://schemas.microsoft.com/office/drawing/2014/main" id="{828A4EDB-009C-42D6-9EC4-89BD666010FD}"/>
                </a:ext>
              </a:extLst>
            </p:cNvPr>
            <p:cNvSpPr/>
            <p:nvPr/>
          </p:nvSpPr>
          <p:spPr>
            <a:xfrm>
              <a:off x="2222301" y="1526786"/>
              <a:ext cx="1109437" cy="461384"/>
            </a:xfrm>
            <a:prstGeom prst="trapezoid">
              <a:avLst>
                <a:gd name="adj" fmla="val 304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 dirty="0"/>
            </a:p>
          </p:txBody>
        </p:sp>
        <p:sp>
          <p:nvSpPr>
            <p:cNvPr id="17" name="平行四邊形 16">
              <a:extLst>
                <a:ext uri="{FF2B5EF4-FFF2-40B4-BE49-F238E27FC236}">
                  <a16:creationId xmlns:a16="http://schemas.microsoft.com/office/drawing/2014/main" id="{2CA339C1-E268-4229-9546-E0B2085BF2C2}"/>
                </a:ext>
              </a:extLst>
            </p:cNvPr>
            <p:cNvSpPr/>
            <p:nvPr/>
          </p:nvSpPr>
          <p:spPr>
            <a:xfrm flipH="1">
              <a:off x="7302617" y="1526786"/>
              <a:ext cx="1212209" cy="2625746"/>
            </a:xfrm>
            <a:prstGeom prst="parallelogram">
              <a:avLst>
                <a:gd name="adj" fmla="val 6648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/>
            </a:p>
          </p:txBody>
        </p:sp>
        <p:sp>
          <p:nvSpPr>
            <p:cNvPr id="18" name="平行四邊形 17">
              <a:extLst>
                <a:ext uri="{FF2B5EF4-FFF2-40B4-BE49-F238E27FC236}">
                  <a16:creationId xmlns:a16="http://schemas.microsoft.com/office/drawing/2014/main" id="{CB17F2EB-5FB0-403C-B6F6-23A9694A94EF}"/>
                </a:ext>
              </a:extLst>
            </p:cNvPr>
            <p:cNvSpPr/>
            <p:nvPr/>
          </p:nvSpPr>
          <p:spPr>
            <a:xfrm>
              <a:off x="6377031" y="1526786"/>
              <a:ext cx="763397" cy="2625746"/>
            </a:xfrm>
            <a:prstGeom prst="parallelogram">
              <a:avLst>
                <a:gd name="adj" fmla="val 47702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/>
            </a:p>
          </p:txBody>
        </p:sp>
        <p:sp>
          <p:nvSpPr>
            <p:cNvPr id="19" name="梯形 18">
              <a:extLst>
                <a:ext uri="{FF2B5EF4-FFF2-40B4-BE49-F238E27FC236}">
                  <a16:creationId xmlns:a16="http://schemas.microsoft.com/office/drawing/2014/main" id="{1BDAB0D9-750D-4444-8509-AF7F0C0BB1BA}"/>
                </a:ext>
              </a:extLst>
            </p:cNvPr>
            <p:cNvSpPr/>
            <p:nvPr/>
          </p:nvSpPr>
          <p:spPr>
            <a:xfrm flipH="1">
              <a:off x="6717486" y="1526777"/>
              <a:ext cx="1109442" cy="461388"/>
            </a:xfrm>
            <a:prstGeom prst="trapezoid">
              <a:avLst>
                <a:gd name="adj" fmla="val 304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/>
            </a:p>
          </p:txBody>
        </p:sp>
        <p:sp>
          <p:nvSpPr>
            <p:cNvPr id="20" name="梯形 19">
              <a:extLst>
                <a:ext uri="{FF2B5EF4-FFF2-40B4-BE49-F238E27FC236}">
                  <a16:creationId xmlns:a16="http://schemas.microsoft.com/office/drawing/2014/main" id="{8B7364E8-97FF-4182-B24E-EBD1BBA88504}"/>
                </a:ext>
              </a:extLst>
            </p:cNvPr>
            <p:cNvSpPr/>
            <p:nvPr/>
          </p:nvSpPr>
          <p:spPr>
            <a:xfrm>
              <a:off x="1922742" y="2709648"/>
              <a:ext cx="1603695" cy="360721"/>
            </a:xfrm>
            <a:prstGeom prst="trapezoid">
              <a:avLst>
                <a:gd name="adj" fmla="val 3045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 dirty="0"/>
            </a:p>
          </p:txBody>
        </p:sp>
        <p:sp>
          <p:nvSpPr>
            <p:cNvPr id="21" name="梯形 20">
              <a:extLst>
                <a:ext uri="{FF2B5EF4-FFF2-40B4-BE49-F238E27FC236}">
                  <a16:creationId xmlns:a16="http://schemas.microsoft.com/office/drawing/2014/main" id="{D5431A54-F408-4DEE-BF93-4928E02FFCA8}"/>
                </a:ext>
              </a:extLst>
            </p:cNvPr>
            <p:cNvSpPr/>
            <p:nvPr/>
          </p:nvSpPr>
          <p:spPr>
            <a:xfrm>
              <a:off x="6619177" y="2709643"/>
              <a:ext cx="1554760" cy="360717"/>
            </a:xfrm>
            <a:prstGeom prst="trapezoid">
              <a:avLst>
                <a:gd name="adj" fmla="val 3045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/>
            </a:p>
          </p:txBody>
        </p:sp>
      </p:grpSp>
      <p:sp>
        <p:nvSpPr>
          <p:cNvPr id="23" name="矩形 22">
            <a:extLst>
              <a:ext uri="{FF2B5EF4-FFF2-40B4-BE49-F238E27FC236}">
                <a16:creationId xmlns:a16="http://schemas.microsoft.com/office/drawing/2014/main" id="{90544335-4C39-46BB-A96A-17BE3890D001}"/>
              </a:ext>
            </a:extLst>
          </p:cNvPr>
          <p:cNvSpPr/>
          <p:nvPr userDrawn="1"/>
        </p:nvSpPr>
        <p:spPr>
          <a:xfrm rot="5400000">
            <a:off x="-3290890" y="3290887"/>
            <a:ext cx="6858003" cy="276225"/>
          </a:xfrm>
          <a:prstGeom prst="rect">
            <a:avLst/>
          </a:prstGeom>
          <a:solidFill>
            <a:srgbClr val="C5DC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9891432D-A1D8-4073-867B-C8190A0B4D7C}"/>
              </a:ext>
            </a:extLst>
          </p:cNvPr>
          <p:cNvCxnSpPr>
            <a:cxnSpLocks/>
          </p:cNvCxnSpPr>
          <p:nvPr userDrawn="1"/>
        </p:nvCxnSpPr>
        <p:spPr>
          <a:xfrm>
            <a:off x="609600" y="1181100"/>
            <a:ext cx="11582400" cy="0"/>
          </a:xfrm>
          <a:prstGeom prst="line">
            <a:avLst/>
          </a:prstGeom>
          <a:ln w="28575">
            <a:solidFill>
              <a:srgbClr val="4B91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標題 25">
            <a:extLst>
              <a:ext uri="{FF2B5EF4-FFF2-40B4-BE49-F238E27FC236}">
                <a16:creationId xmlns:a16="http://schemas.microsoft.com/office/drawing/2014/main" id="{BD431837-74EE-4C08-BBE8-2A17926E8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3600"/>
            <a:ext cx="10746000" cy="817200"/>
          </a:xfrm>
        </p:spPr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C7F6D1C6-ACDE-4301-B0FD-F169A1E56838}"/>
              </a:ext>
            </a:extLst>
          </p:cNvPr>
          <p:cNvCxnSpPr>
            <a:cxnSpLocks/>
          </p:cNvCxnSpPr>
          <p:nvPr userDrawn="1"/>
        </p:nvCxnSpPr>
        <p:spPr>
          <a:xfrm>
            <a:off x="6837279" y="6606000"/>
            <a:ext cx="4146933" cy="11086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投影片編號版面配置區 4">
            <a:extLst>
              <a:ext uri="{FF2B5EF4-FFF2-40B4-BE49-F238E27FC236}">
                <a16:creationId xmlns:a16="http://schemas.microsoft.com/office/drawing/2014/main" id="{F3855766-0AF5-46D1-B503-F93FEFC7D7E4}"/>
              </a:ext>
            </a:extLst>
          </p:cNvPr>
          <p:cNvSpPr txBox="1">
            <a:spLocks/>
          </p:cNvSpPr>
          <p:nvPr userDrawn="1"/>
        </p:nvSpPr>
        <p:spPr>
          <a:xfrm>
            <a:off x="11008559" y="6422451"/>
            <a:ext cx="5480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r" defTabSz="914400" rtl="0" eaLnBrk="1" latinLnBrk="0" hangingPunct="1"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49BCECE-0A42-4917-B1B4-9BE51CC96EB2}" type="slidenum">
              <a:rPr lang="zh-TW" altLang="en-US" sz="2000" baseline="0" smtClean="0">
                <a:solidFill>
                  <a:srgbClr val="6F6F6F"/>
                </a:solidFill>
              </a:rPr>
              <a:pPr/>
              <a:t>‹#›</a:t>
            </a:fld>
            <a:endParaRPr lang="zh-TW" altLang="en-US" sz="2000" baseline="0" dirty="0">
              <a:solidFill>
                <a:srgbClr val="6F6F6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5700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943A5729-AC0B-49B7-9DCA-C11B2085EB0C}"/>
              </a:ext>
            </a:extLst>
          </p:cNvPr>
          <p:cNvCxnSpPr>
            <a:cxnSpLocks/>
          </p:cNvCxnSpPr>
          <p:nvPr userDrawn="1"/>
        </p:nvCxnSpPr>
        <p:spPr>
          <a:xfrm>
            <a:off x="0" y="6606472"/>
            <a:ext cx="5401547" cy="10851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56FA4E3-3312-4EFF-95D6-C781036F7D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279937"/>
            <a:ext cx="5381206" cy="823912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E693959-7435-49D2-9176-22C2FBBF60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01194" y="1279937"/>
            <a:ext cx="5355375" cy="823912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B9A3E54B-E5E7-4A59-9C7F-F2979EADCF60}"/>
              </a:ext>
            </a:extLst>
          </p:cNvPr>
          <p:cNvGrpSpPr/>
          <p:nvPr userDrawn="1"/>
        </p:nvGrpSpPr>
        <p:grpSpPr>
          <a:xfrm>
            <a:off x="5541430" y="6501190"/>
            <a:ext cx="1159015" cy="365123"/>
            <a:chOff x="1556910" y="1526777"/>
            <a:chExt cx="6957916" cy="2665279"/>
          </a:xfrm>
          <a:solidFill>
            <a:schemeClr val="accent5">
              <a:lumMod val="75000"/>
            </a:schemeClr>
          </a:solidFill>
        </p:grpSpPr>
        <p:sp>
          <p:nvSpPr>
            <p:cNvPr id="13" name="平行四邊形 12">
              <a:extLst>
                <a:ext uri="{FF2B5EF4-FFF2-40B4-BE49-F238E27FC236}">
                  <a16:creationId xmlns:a16="http://schemas.microsoft.com/office/drawing/2014/main" id="{6F917B31-447D-4FA4-9D24-565CCB93FA2D}"/>
                </a:ext>
              </a:extLst>
            </p:cNvPr>
            <p:cNvSpPr/>
            <p:nvPr/>
          </p:nvSpPr>
          <p:spPr>
            <a:xfrm>
              <a:off x="4284168" y="1566301"/>
              <a:ext cx="536893" cy="2625755"/>
            </a:xfrm>
            <a:prstGeom prst="parallelogram">
              <a:avLst>
                <a:gd name="adj" fmla="val 3125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/>
            </a:p>
          </p:txBody>
        </p:sp>
        <p:sp>
          <p:nvSpPr>
            <p:cNvPr id="14" name="平行四邊形 13">
              <a:extLst>
                <a:ext uri="{FF2B5EF4-FFF2-40B4-BE49-F238E27FC236}">
                  <a16:creationId xmlns:a16="http://schemas.microsoft.com/office/drawing/2014/main" id="{A923D171-1B5A-460B-AEB5-05268AB771A2}"/>
                </a:ext>
              </a:extLst>
            </p:cNvPr>
            <p:cNvSpPr/>
            <p:nvPr/>
          </p:nvSpPr>
          <p:spPr>
            <a:xfrm flipH="1">
              <a:off x="5249232" y="1526777"/>
              <a:ext cx="536893" cy="2625755"/>
            </a:xfrm>
            <a:prstGeom prst="parallelogram">
              <a:avLst>
                <a:gd name="adj" fmla="val 3125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/>
            </a:p>
          </p:txBody>
        </p:sp>
        <p:cxnSp>
          <p:nvCxnSpPr>
            <p:cNvPr id="15" name="直線接點 14">
              <a:extLst>
                <a:ext uri="{FF2B5EF4-FFF2-40B4-BE49-F238E27FC236}">
                  <a16:creationId xmlns:a16="http://schemas.microsoft.com/office/drawing/2014/main" id="{1C6C4E26-BD2C-4A32-82C3-5619D0E7C4CA}"/>
                </a:ext>
              </a:extLst>
            </p:cNvPr>
            <p:cNvCxnSpPr/>
            <p:nvPr/>
          </p:nvCxnSpPr>
          <p:spPr>
            <a:xfrm>
              <a:off x="3263317" y="1526796"/>
              <a:ext cx="947956" cy="0"/>
            </a:xfrm>
            <a:prstGeom prst="lin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平行四邊形 15">
              <a:extLst>
                <a:ext uri="{FF2B5EF4-FFF2-40B4-BE49-F238E27FC236}">
                  <a16:creationId xmlns:a16="http://schemas.microsoft.com/office/drawing/2014/main" id="{162DDE78-43BC-40F7-A74F-53F7EAAB41FC}"/>
                </a:ext>
              </a:extLst>
            </p:cNvPr>
            <p:cNvSpPr/>
            <p:nvPr/>
          </p:nvSpPr>
          <p:spPr>
            <a:xfrm>
              <a:off x="1556910" y="1526795"/>
              <a:ext cx="1212204" cy="2625746"/>
            </a:xfrm>
            <a:prstGeom prst="parallelogram">
              <a:avLst>
                <a:gd name="adj" fmla="val 6648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/>
            </a:p>
          </p:txBody>
        </p:sp>
        <p:sp>
          <p:nvSpPr>
            <p:cNvPr id="17" name="平行四邊形 16">
              <a:extLst>
                <a:ext uri="{FF2B5EF4-FFF2-40B4-BE49-F238E27FC236}">
                  <a16:creationId xmlns:a16="http://schemas.microsoft.com/office/drawing/2014/main" id="{A41DCD3F-51AD-4ED7-A9D9-43C8F393EBA5}"/>
                </a:ext>
              </a:extLst>
            </p:cNvPr>
            <p:cNvSpPr/>
            <p:nvPr/>
          </p:nvSpPr>
          <p:spPr>
            <a:xfrm flipH="1">
              <a:off x="2941089" y="1526795"/>
              <a:ext cx="763394" cy="2625746"/>
            </a:xfrm>
            <a:prstGeom prst="parallelogram">
              <a:avLst>
                <a:gd name="adj" fmla="val 47702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/>
            </a:p>
          </p:txBody>
        </p:sp>
        <p:sp>
          <p:nvSpPr>
            <p:cNvPr id="18" name="梯形 17">
              <a:extLst>
                <a:ext uri="{FF2B5EF4-FFF2-40B4-BE49-F238E27FC236}">
                  <a16:creationId xmlns:a16="http://schemas.microsoft.com/office/drawing/2014/main" id="{7BFBD6F2-8A54-489D-ADF5-258D96336E5E}"/>
                </a:ext>
              </a:extLst>
            </p:cNvPr>
            <p:cNvSpPr/>
            <p:nvPr/>
          </p:nvSpPr>
          <p:spPr>
            <a:xfrm>
              <a:off x="2222301" y="1526786"/>
              <a:ext cx="1109437" cy="461384"/>
            </a:xfrm>
            <a:prstGeom prst="trapezoid">
              <a:avLst>
                <a:gd name="adj" fmla="val 304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 dirty="0"/>
            </a:p>
          </p:txBody>
        </p:sp>
        <p:sp>
          <p:nvSpPr>
            <p:cNvPr id="19" name="平行四邊形 18">
              <a:extLst>
                <a:ext uri="{FF2B5EF4-FFF2-40B4-BE49-F238E27FC236}">
                  <a16:creationId xmlns:a16="http://schemas.microsoft.com/office/drawing/2014/main" id="{2211D480-F8F0-465A-AD69-13B72F5708EA}"/>
                </a:ext>
              </a:extLst>
            </p:cNvPr>
            <p:cNvSpPr/>
            <p:nvPr/>
          </p:nvSpPr>
          <p:spPr>
            <a:xfrm flipH="1">
              <a:off x="7302617" y="1526786"/>
              <a:ext cx="1212209" cy="2625746"/>
            </a:xfrm>
            <a:prstGeom prst="parallelogram">
              <a:avLst>
                <a:gd name="adj" fmla="val 6648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/>
            </a:p>
          </p:txBody>
        </p:sp>
        <p:sp>
          <p:nvSpPr>
            <p:cNvPr id="20" name="平行四邊形 19">
              <a:extLst>
                <a:ext uri="{FF2B5EF4-FFF2-40B4-BE49-F238E27FC236}">
                  <a16:creationId xmlns:a16="http://schemas.microsoft.com/office/drawing/2014/main" id="{79104801-AEE7-4471-8164-7420AA0E64F4}"/>
                </a:ext>
              </a:extLst>
            </p:cNvPr>
            <p:cNvSpPr/>
            <p:nvPr/>
          </p:nvSpPr>
          <p:spPr>
            <a:xfrm>
              <a:off x="6377031" y="1526786"/>
              <a:ext cx="763397" cy="2625746"/>
            </a:xfrm>
            <a:prstGeom prst="parallelogram">
              <a:avLst>
                <a:gd name="adj" fmla="val 47702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/>
            </a:p>
          </p:txBody>
        </p:sp>
        <p:sp>
          <p:nvSpPr>
            <p:cNvPr id="21" name="梯形 20">
              <a:extLst>
                <a:ext uri="{FF2B5EF4-FFF2-40B4-BE49-F238E27FC236}">
                  <a16:creationId xmlns:a16="http://schemas.microsoft.com/office/drawing/2014/main" id="{7F974F50-2A52-47B5-B601-1992EFD6C0D4}"/>
                </a:ext>
              </a:extLst>
            </p:cNvPr>
            <p:cNvSpPr/>
            <p:nvPr/>
          </p:nvSpPr>
          <p:spPr>
            <a:xfrm flipH="1">
              <a:off x="6717486" y="1526777"/>
              <a:ext cx="1109442" cy="461388"/>
            </a:xfrm>
            <a:prstGeom prst="trapezoid">
              <a:avLst>
                <a:gd name="adj" fmla="val 304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/>
            </a:p>
          </p:txBody>
        </p:sp>
        <p:sp>
          <p:nvSpPr>
            <p:cNvPr id="22" name="梯形 21">
              <a:extLst>
                <a:ext uri="{FF2B5EF4-FFF2-40B4-BE49-F238E27FC236}">
                  <a16:creationId xmlns:a16="http://schemas.microsoft.com/office/drawing/2014/main" id="{AF484EE9-FDC1-4B3F-826E-FA3859E42568}"/>
                </a:ext>
              </a:extLst>
            </p:cNvPr>
            <p:cNvSpPr/>
            <p:nvPr/>
          </p:nvSpPr>
          <p:spPr>
            <a:xfrm>
              <a:off x="1922742" y="2709648"/>
              <a:ext cx="1603695" cy="360721"/>
            </a:xfrm>
            <a:prstGeom prst="trapezoid">
              <a:avLst>
                <a:gd name="adj" fmla="val 3045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 dirty="0"/>
            </a:p>
          </p:txBody>
        </p:sp>
        <p:sp>
          <p:nvSpPr>
            <p:cNvPr id="23" name="梯形 22">
              <a:extLst>
                <a:ext uri="{FF2B5EF4-FFF2-40B4-BE49-F238E27FC236}">
                  <a16:creationId xmlns:a16="http://schemas.microsoft.com/office/drawing/2014/main" id="{B8814988-5F03-4DF8-ADCB-81981E98B89B}"/>
                </a:ext>
              </a:extLst>
            </p:cNvPr>
            <p:cNvSpPr/>
            <p:nvPr/>
          </p:nvSpPr>
          <p:spPr>
            <a:xfrm>
              <a:off x="6619177" y="2709643"/>
              <a:ext cx="1554760" cy="360717"/>
            </a:xfrm>
            <a:prstGeom prst="trapezoid">
              <a:avLst>
                <a:gd name="adj" fmla="val 3045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/>
            </a:p>
          </p:txBody>
        </p:sp>
      </p:grpSp>
      <p:sp>
        <p:nvSpPr>
          <p:cNvPr id="25" name="矩形 24">
            <a:extLst>
              <a:ext uri="{FF2B5EF4-FFF2-40B4-BE49-F238E27FC236}">
                <a16:creationId xmlns:a16="http://schemas.microsoft.com/office/drawing/2014/main" id="{73E29B9E-55B8-4071-B73C-BA733916FBFA}"/>
              </a:ext>
            </a:extLst>
          </p:cNvPr>
          <p:cNvSpPr/>
          <p:nvPr userDrawn="1"/>
        </p:nvSpPr>
        <p:spPr>
          <a:xfrm rot="5400000">
            <a:off x="-3290890" y="3290887"/>
            <a:ext cx="6858003" cy="276225"/>
          </a:xfrm>
          <a:prstGeom prst="rect">
            <a:avLst/>
          </a:prstGeom>
          <a:solidFill>
            <a:srgbClr val="C5DC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7" name="直線接點 26">
            <a:extLst>
              <a:ext uri="{FF2B5EF4-FFF2-40B4-BE49-F238E27FC236}">
                <a16:creationId xmlns:a16="http://schemas.microsoft.com/office/drawing/2014/main" id="{70FB1009-E091-428E-BE15-C42AD9298724}"/>
              </a:ext>
            </a:extLst>
          </p:cNvPr>
          <p:cNvCxnSpPr>
            <a:cxnSpLocks/>
          </p:cNvCxnSpPr>
          <p:nvPr userDrawn="1"/>
        </p:nvCxnSpPr>
        <p:spPr>
          <a:xfrm>
            <a:off x="609600" y="1181100"/>
            <a:ext cx="11582400" cy="0"/>
          </a:xfrm>
          <a:prstGeom prst="line">
            <a:avLst/>
          </a:prstGeom>
          <a:ln w="28575">
            <a:solidFill>
              <a:srgbClr val="4B91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內容版面配置區 2">
            <a:extLst>
              <a:ext uri="{FF2B5EF4-FFF2-40B4-BE49-F238E27FC236}">
                <a16:creationId xmlns:a16="http://schemas.microsoft.com/office/drawing/2014/main" id="{DD1931F4-FD7F-40CA-9109-0A1ECE559372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09600" y="2202685"/>
            <a:ext cx="5381206" cy="37990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31" name="內容版面配置區 3">
            <a:extLst>
              <a:ext uri="{FF2B5EF4-FFF2-40B4-BE49-F238E27FC236}">
                <a16:creationId xmlns:a16="http://schemas.microsoft.com/office/drawing/2014/main" id="{EC2A9769-C6F9-458F-A0B4-76874B869D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1195" y="2202685"/>
            <a:ext cx="5355376" cy="379907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32" name="標題 31">
            <a:extLst>
              <a:ext uri="{FF2B5EF4-FFF2-40B4-BE49-F238E27FC236}">
                <a16:creationId xmlns:a16="http://schemas.microsoft.com/office/drawing/2014/main" id="{EE9ACB4C-3DBF-498F-9A8F-D69D7D598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00" y="365125"/>
            <a:ext cx="10746000" cy="8172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E31A2CB2-77DB-4FD3-970B-D14877CEBDEB}"/>
              </a:ext>
            </a:extLst>
          </p:cNvPr>
          <p:cNvCxnSpPr>
            <a:cxnSpLocks/>
          </p:cNvCxnSpPr>
          <p:nvPr userDrawn="1"/>
        </p:nvCxnSpPr>
        <p:spPr>
          <a:xfrm>
            <a:off x="6837279" y="6606000"/>
            <a:ext cx="4146933" cy="11086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投影片編號版面配置區 4">
            <a:extLst>
              <a:ext uri="{FF2B5EF4-FFF2-40B4-BE49-F238E27FC236}">
                <a16:creationId xmlns:a16="http://schemas.microsoft.com/office/drawing/2014/main" id="{C92586A2-0185-4DFC-82F9-4EDFEFA177E2}"/>
              </a:ext>
            </a:extLst>
          </p:cNvPr>
          <p:cNvSpPr txBox="1">
            <a:spLocks/>
          </p:cNvSpPr>
          <p:nvPr userDrawn="1"/>
        </p:nvSpPr>
        <p:spPr>
          <a:xfrm>
            <a:off x="11008559" y="6422451"/>
            <a:ext cx="5480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r" defTabSz="914400" rtl="0" eaLnBrk="1" latinLnBrk="0" hangingPunct="1"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49BCECE-0A42-4917-B1B4-9BE51CC96EB2}" type="slidenum">
              <a:rPr lang="zh-TW" altLang="en-US" sz="2000" baseline="0" smtClean="0">
                <a:solidFill>
                  <a:srgbClr val="6F6F6F"/>
                </a:solidFill>
              </a:rPr>
              <a:pPr/>
              <a:t>‹#›</a:t>
            </a:fld>
            <a:endParaRPr lang="zh-TW" altLang="en-US" sz="2000" baseline="0" dirty="0">
              <a:solidFill>
                <a:srgbClr val="6F6F6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763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說明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EA22C7C5-01C1-4366-BBB2-92C2B90A76C5}"/>
              </a:ext>
            </a:extLst>
          </p:cNvPr>
          <p:cNvCxnSpPr>
            <a:cxnSpLocks/>
          </p:cNvCxnSpPr>
          <p:nvPr userDrawn="1"/>
        </p:nvCxnSpPr>
        <p:spPr>
          <a:xfrm>
            <a:off x="0" y="6606472"/>
            <a:ext cx="5401547" cy="10851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>
            <a:extLst>
              <a:ext uri="{FF2B5EF4-FFF2-40B4-BE49-F238E27FC236}">
                <a16:creationId xmlns:a16="http://schemas.microsoft.com/office/drawing/2014/main" id="{4C1055A5-378B-4151-B9EC-5307982A3747}"/>
              </a:ext>
            </a:extLst>
          </p:cNvPr>
          <p:cNvCxnSpPr>
            <a:cxnSpLocks/>
          </p:cNvCxnSpPr>
          <p:nvPr userDrawn="1"/>
        </p:nvCxnSpPr>
        <p:spPr>
          <a:xfrm>
            <a:off x="-1" y="1758147"/>
            <a:ext cx="4772026" cy="0"/>
          </a:xfrm>
          <a:prstGeom prst="line">
            <a:avLst/>
          </a:prstGeom>
          <a:ln w="28575">
            <a:solidFill>
              <a:srgbClr val="4B91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>
            <a:extLst>
              <a:ext uri="{FF2B5EF4-FFF2-40B4-BE49-F238E27FC236}">
                <a16:creationId xmlns:a16="http://schemas.microsoft.com/office/drawing/2014/main" id="{DC4F93B7-0D1D-429F-879E-CE1FA5FDF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49384"/>
            <a:ext cx="3932237" cy="1005838"/>
          </a:xfrm>
        </p:spPr>
        <p:txBody>
          <a:bodyPr anchor="ctr">
            <a:noAutofit/>
          </a:bodyPr>
          <a:lstStyle>
            <a:lvl1pPr>
              <a:defRPr sz="44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BC2CD1CE-027C-4611-9B2B-1FE6DCE402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202" y="749385"/>
            <a:ext cx="6367752" cy="511166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 dirty="0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13834F1-4D7E-44A1-9818-D634A88FAC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06087" y="2057400"/>
            <a:ext cx="38659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7F109FB5-DD8D-493F-BA54-7FA6970EFA0F}"/>
              </a:ext>
            </a:extLst>
          </p:cNvPr>
          <p:cNvGrpSpPr/>
          <p:nvPr userDrawn="1"/>
        </p:nvGrpSpPr>
        <p:grpSpPr>
          <a:xfrm>
            <a:off x="5541430" y="6501190"/>
            <a:ext cx="1159015" cy="365123"/>
            <a:chOff x="1556910" y="1526777"/>
            <a:chExt cx="6957916" cy="2665279"/>
          </a:xfrm>
          <a:solidFill>
            <a:schemeClr val="accent5">
              <a:lumMod val="75000"/>
            </a:schemeClr>
          </a:solidFill>
        </p:grpSpPr>
        <p:sp>
          <p:nvSpPr>
            <p:cNvPr id="11" name="平行四邊形 10">
              <a:extLst>
                <a:ext uri="{FF2B5EF4-FFF2-40B4-BE49-F238E27FC236}">
                  <a16:creationId xmlns:a16="http://schemas.microsoft.com/office/drawing/2014/main" id="{C4227DED-A15C-4FC4-9F98-94D1976A07E9}"/>
                </a:ext>
              </a:extLst>
            </p:cNvPr>
            <p:cNvSpPr/>
            <p:nvPr/>
          </p:nvSpPr>
          <p:spPr>
            <a:xfrm>
              <a:off x="4284168" y="1566301"/>
              <a:ext cx="536893" cy="2625755"/>
            </a:xfrm>
            <a:prstGeom prst="parallelogram">
              <a:avLst>
                <a:gd name="adj" fmla="val 3125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/>
            </a:p>
          </p:txBody>
        </p:sp>
        <p:sp>
          <p:nvSpPr>
            <p:cNvPr id="12" name="平行四邊形 11">
              <a:extLst>
                <a:ext uri="{FF2B5EF4-FFF2-40B4-BE49-F238E27FC236}">
                  <a16:creationId xmlns:a16="http://schemas.microsoft.com/office/drawing/2014/main" id="{5B75CD24-10FD-4612-B145-07F48733F7D3}"/>
                </a:ext>
              </a:extLst>
            </p:cNvPr>
            <p:cNvSpPr/>
            <p:nvPr/>
          </p:nvSpPr>
          <p:spPr>
            <a:xfrm flipH="1">
              <a:off x="5249232" y="1526777"/>
              <a:ext cx="536893" cy="2625755"/>
            </a:xfrm>
            <a:prstGeom prst="parallelogram">
              <a:avLst>
                <a:gd name="adj" fmla="val 3125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/>
            </a:p>
          </p:txBody>
        </p:sp>
        <p:cxnSp>
          <p:nvCxnSpPr>
            <p:cNvPr id="13" name="直線接點 12">
              <a:extLst>
                <a:ext uri="{FF2B5EF4-FFF2-40B4-BE49-F238E27FC236}">
                  <a16:creationId xmlns:a16="http://schemas.microsoft.com/office/drawing/2014/main" id="{4718D7F9-25E4-4969-AB4A-A6B7A9546CD7}"/>
                </a:ext>
              </a:extLst>
            </p:cNvPr>
            <p:cNvCxnSpPr/>
            <p:nvPr/>
          </p:nvCxnSpPr>
          <p:spPr>
            <a:xfrm>
              <a:off x="3263317" y="1526796"/>
              <a:ext cx="947956" cy="0"/>
            </a:xfrm>
            <a:prstGeom prst="lin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平行四邊形 13">
              <a:extLst>
                <a:ext uri="{FF2B5EF4-FFF2-40B4-BE49-F238E27FC236}">
                  <a16:creationId xmlns:a16="http://schemas.microsoft.com/office/drawing/2014/main" id="{01D5E926-22F8-47C3-9915-07176EF8F82F}"/>
                </a:ext>
              </a:extLst>
            </p:cNvPr>
            <p:cNvSpPr/>
            <p:nvPr/>
          </p:nvSpPr>
          <p:spPr>
            <a:xfrm>
              <a:off x="1556910" y="1526795"/>
              <a:ext cx="1212204" cy="2625746"/>
            </a:xfrm>
            <a:prstGeom prst="parallelogram">
              <a:avLst>
                <a:gd name="adj" fmla="val 6648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/>
            </a:p>
          </p:txBody>
        </p:sp>
        <p:sp>
          <p:nvSpPr>
            <p:cNvPr id="15" name="平行四邊形 14">
              <a:extLst>
                <a:ext uri="{FF2B5EF4-FFF2-40B4-BE49-F238E27FC236}">
                  <a16:creationId xmlns:a16="http://schemas.microsoft.com/office/drawing/2014/main" id="{F08A92E4-D764-445F-A093-D94C73A93936}"/>
                </a:ext>
              </a:extLst>
            </p:cNvPr>
            <p:cNvSpPr/>
            <p:nvPr/>
          </p:nvSpPr>
          <p:spPr>
            <a:xfrm flipH="1">
              <a:off x="2941089" y="1526795"/>
              <a:ext cx="763394" cy="2625746"/>
            </a:xfrm>
            <a:prstGeom prst="parallelogram">
              <a:avLst>
                <a:gd name="adj" fmla="val 47702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/>
            </a:p>
          </p:txBody>
        </p:sp>
        <p:sp>
          <p:nvSpPr>
            <p:cNvPr id="16" name="梯形 15">
              <a:extLst>
                <a:ext uri="{FF2B5EF4-FFF2-40B4-BE49-F238E27FC236}">
                  <a16:creationId xmlns:a16="http://schemas.microsoft.com/office/drawing/2014/main" id="{A332AD05-6CB8-41D6-BCCD-AF339588B4D1}"/>
                </a:ext>
              </a:extLst>
            </p:cNvPr>
            <p:cNvSpPr/>
            <p:nvPr/>
          </p:nvSpPr>
          <p:spPr>
            <a:xfrm>
              <a:off x="2222301" y="1526786"/>
              <a:ext cx="1109437" cy="461384"/>
            </a:xfrm>
            <a:prstGeom prst="trapezoid">
              <a:avLst>
                <a:gd name="adj" fmla="val 304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 dirty="0"/>
            </a:p>
          </p:txBody>
        </p:sp>
        <p:sp>
          <p:nvSpPr>
            <p:cNvPr id="17" name="平行四邊形 16">
              <a:extLst>
                <a:ext uri="{FF2B5EF4-FFF2-40B4-BE49-F238E27FC236}">
                  <a16:creationId xmlns:a16="http://schemas.microsoft.com/office/drawing/2014/main" id="{53E4B125-D10C-4AE5-87FB-A4E0FB12684A}"/>
                </a:ext>
              </a:extLst>
            </p:cNvPr>
            <p:cNvSpPr/>
            <p:nvPr/>
          </p:nvSpPr>
          <p:spPr>
            <a:xfrm flipH="1">
              <a:off x="7302617" y="1526786"/>
              <a:ext cx="1212209" cy="2625746"/>
            </a:xfrm>
            <a:prstGeom prst="parallelogram">
              <a:avLst>
                <a:gd name="adj" fmla="val 6648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/>
            </a:p>
          </p:txBody>
        </p:sp>
        <p:sp>
          <p:nvSpPr>
            <p:cNvPr id="18" name="平行四邊形 17">
              <a:extLst>
                <a:ext uri="{FF2B5EF4-FFF2-40B4-BE49-F238E27FC236}">
                  <a16:creationId xmlns:a16="http://schemas.microsoft.com/office/drawing/2014/main" id="{779FBA0C-9B9B-4926-BD33-A787000E18B7}"/>
                </a:ext>
              </a:extLst>
            </p:cNvPr>
            <p:cNvSpPr/>
            <p:nvPr/>
          </p:nvSpPr>
          <p:spPr>
            <a:xfrm>
              <a:off x="6377031" y="1526786"/>
              <a:ext cx="763397" cy="2625746"/>
            </a:xfrm>
            <a:prstGeom prst="parallelogram">
              <a:avLst>
                <a:gd name="adj" fmla="val 47702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/>
            </a:p>
          </p:txBody>
        </p:sp>
        <p:sp>
          <p:nvSpPr>
            <p:cNvPr id="19" name="梯形 18">
              <a:extLst>
                <a:ext uri="{FF2B5EF4-FFF2-40B4-BE49-F238E27FC236}">
                  <a16:creationId xmlns:a16="http://schemas.microsoft.com/office/drawing/2014/main" id="{B9CFACC7-7576-4F2F-921C-FBC28930808B}"/>
                </a:ext>
              </a:extLst>
            </p:cNvPr>
            <p:cNvSpPr/>
            <p:nvPr/>
          </p:nvSpPr>
          <p:spPr>
            <a:xfrm flipH="1">
              <a:off x="6717486" y="1526777"/>
              <a:ext cx="1109442" cy="461388"/>
            </a:xfrm>
            <a:prstGeom prst="trapezoid">
              <a:avLst>
                <a:gd name="adj" fmla="val 304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/>
            </a:p>
          </p:txBody>
        </p:sp>
        <p:sp>
          <p:nvSpPr>
            <p:cNvPr id="20" name="梯形 19">
              <a:extLst>
                <a:ext uri="{FF2B5EF4-FFF2-40B4-BE49-F238E27FC236}">
                  <a16:creationId xmlns:a16="http://schemas.microsoft.com/office/drawing/2014/main" id="{C3B48AEE-4122-4CBB-BA02-B198B5EB3C0C}"/>
                </a:ext>
              </a:extLst>
            </p:cNvPr>
            <p:cNvSpPr/>
            <p:nvPr/>
          </p:nvSpPr>
          <p:spPr>
            <a:xfrm>
              <a:off x="1922742" y="2709648"/>
              <a:ext cx="1603695" cy="360721"/>
            </a:xfrm>
            <a:prstGeom prst="trapezoid">
              <a:avLst>
                <a:gd name="adj" fmla="val 3045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 dirty="0"/>
            </a:p>
          </p:txBody>
        </p:sp>
        <p:sp>
          <p:nvSpPr>
            <p:cNvPr id="21" name="梯形 20">
              <a:extLst>
                <a:ext uri="{FF2B5EF4-FFF2-40B4-BE49-F238E27FC236}">
                  <a16:creationId xmlns:a16="http://schemas.microsoft.com/office/drawing/2014/main" id="{417C6B53-8A1E-47A2-ACEF-3906C0AF0716}"/>
                </a:ext>
              </a:extLst>
            </p:cNvPr>
            <p:cNvSpPr/>
            <p:nvPr/>
          </p:nvSpPr>
          <p:spPr>
            <a:xfrm>
              <a:off x="6619177" y="2709643"/>
              <a:ext cx="1554760" cy="360717"/>
            </a:xfrm>
            <a:prstGeom prst="trapezoid">
              <a:avLst>
                <a:gd name="adj" fmla="val 3045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/>
            </a:p>
          </p:txBody>
        </p:sp>
      </p:grpSp>
      <p:sp>
        <p:nvSpPr>
          <p:cNvPr id="23" name="矩形 22">
            <a:extLst>
              <a:ext uri="{FF2B5EF4-FFF2-40B4-BE49-F238E27FC236}">
                <a16:creationId xmlns:a16="http://schemas.microsoft.com/office/drawing/2014/main" id="{0A0D7475-082A-4FFA-BC30-2D54D1000EB1}"/>
              </a:ext>
            </a:extLst>
          </p:cNvPr>
          <p:cNvSpPr/>
          <p:nvPr userDrawn="1"/>
        </p:nvSpPr>
        <p:spPr>
          <a:xfrm rot="5400000">
            <a:off x="-3290890" y="3290887"/>
            <a:ext cx="6858003" cy="276225"/>
          </a:xfrm>
          <a:prstGeom prst="rect">
            <a:avLst/>
          </a:prstGeom>
          <a:solidFill>
            <a:srgbClr val="C5DC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628B2971-FA64-4ECA-8042-0681A284E7BA}"/>
              </a:ext>
            </a:extLst>
          </p:cNvPr>
          <p:cNvCxnSpPr>
            <a:cxnSpLocks/>
          </p:cNvCxnSpPr>
          <p:nvPr userDrawn="1"/>
        </p:nvCxnSpPr>
        <p:spPr>
          <a:xfrm>
            <a:off x="6837279" y="6606000"/>
            <a:ext cx="4146933" cy="11086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投影片編號版面配置區 4">
            <a:extLst>
              <a:ext uri="{FF2B5EF4-FFF2-40B4-BE49-F238E27FC236}">
                <a16:creationId xmlns:a16="http://schemas.microsoft.com/office/drawing/2014/main" id="{EA6D77F2-88DF-4496-A285-B8C956BFA6B8}"/>
              </a:ext>
            </a:extLst>
          </p:cNvPr>
          <p:cNvSpPr txBox="1">
            <a:spLocks/>
          </p:cNvSpPr>
          <p:nvPr userDrawn="1"/>
        </p:nvSpPr>
        <p:spPr>
          <a:xfrm>
            <a:off x="11008559" y="6422451"/>
            <a:ext cx="5480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r" defTabSz="914400" rtl="0" eaLnBrk="1" latinLnBrk="0" hangingPunct="1"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49BCECE-0A42-4917-B1B4-9BE51CC96EB2}" type="slidenum">
              <a:rPr lang="zh-TW" altLang="en-US" sz="2000" baseline="0" smtClean="0">
                <a:solidFill>
                  <a:srgbClr val="6F6F6F"/>
                </a:solidFill>
              </a:rPr>
              <a:pPr/>
              <a:t>‹#›</a:t>
            </a:fld>
            <a:endParaRPr lang="zh-TW" altLang="en-US" sz="2000" baseline="0" dirty="0">
              <a:solidFill>
                <a:srgbClr val="6F6F6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5919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914755CB-5C52-4097-9FDE-35D96403D201}"/>
              </a:ext>
            </a:extLst>
          </p:cNvPr>
          <p:cNvCxnSpPr>
            <a:cxnSpLocks/>
          </p:cNvCxnSpPr>
          <p:nvPr userDrawn="1"/>
        </p:nvCxnSpPr>
        <p:spPr>
          <a:xfrm>
            <a:off x="0" y="6606472"/>
            <a:ext cx="5401547" cy="10851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群組 5">
            <a:extLst>
              <a:ext uri="{FF2B5EF4-FFF2-40B4-BE49-F238E27FC236}">
                <a16:creationId xmlns:a16="http://schemas.microsoft.com/office/drawing/2014/main" id="{9E9916F1-408B-464B-9EA2-2713651860E2}"/>
              </a:ext>
            </a:extLst>
          </p:cNvPr>
          <p:cNvGrpSpPr/>
          <p:nvPr userDrawn="1"/>
        </p:nvGrpSpPr>
        <p:grpSpPr>
          <a:xfrm>
            <a:off x="5541430" y="6501190"/>
            <a:ext cx="1159015" cy="365123"/>
            <a:chOff x="1556910" y="1526777"/>
            <a:chExt cx="6957916" cy="2665279"/>
          </a:xfrm>
          <a:solidFill>
            <a:schemeClr val="accent5">
              <a:lumMod val="75000"/>
            </a:schemeClr>
          </a:solidFill>
        </p:grpSpPr>
        <p:sp>
          <p:nvSpPr>
            <p:cNvPr id="7" name="平行四邊形 6">
              <a:extLst>
                <a:ext uri="{FF2B5EF4-FFF2-40B4-BE49-F238E27FC236}">
                  <a16:creationId xmlns:a16="http://schemas.microsoft.com/office/drawing/2014/main" id="{A7895265-157C-4C16-9DE9-88FD762BB042}"/>
                </a:ext>
              </a:extLst>
            </p:cNvPr>
            <p:cNvSpPr/>
            <p:nvPr/>
          </p:nvSpPr>
          <p:spPr>
            <a:xfrm>
              <a:off x="4284168" y="1566301"/>
              <a:ext cx="536893" cy="2625755"/>
            </a:xfrm>
            <a:prstGeom prst="parallelogram">
              <a:avLst>
                <a:gd name="adj" fmla="val 3125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/>
            </a:p>
          </p:txBody>
        </p:sp>
        <p:sp>
          <p:nvSpPr>
            <p:cNvPr id="8" name="平行四邊形 7">
              <a:extLst>
                <a:ext uri="{FF2B5EF4-FFF2-40B4-BE49-F238E27FC236}">
                  <a16:creationId xmlns:a16="http://schemas.microsoft.com/office/drawing/2014/main" id="{39CD3958-FFA5-49E9-99FB-4BBA8A1993BD}"/>
                </a:ext>
              </a:extLst>
            </p:cNvPr>
            <p:cNvSpPr/>
            <p:nvPr/>
          </p:nvSpPr>
          <p:spPr>
            <a:xfrm flipH="1">
              <a:off x="5249232" y="1526777"/>
              <a:ext cx="536893" cy="2625755"/>
            </a:xfrm>
            <a:prstGeom prst="parallelogram">
              <a:avLst>
                <a:gd name="adj" fmla="val 3125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/>
            </a:p>
          </p:txBody>
        </p:sp>
        <p:cxnSp>
          <p:nvCxnSpPr>
            <p:cNvPr id="9" name="直線接點 8">
              <a:extLst>
                <a:ext uri="{FF2B5EF4-FFF2-40B4-BE49-F238E27FC236}">
                  <a16:creationId xmlns:a16="http://schemas.microsoft.com/office/drawing/2014/main" id="{09562C5F-08E3-4C0B-AB7A-B24241BE1946}"/>
                </a:ext>
              </a:extLst>
            </p:cNvPr>
            <p:cNvCxnSpPr/>
            <p:nvPr/>
          </p:nvCxnSpPr>
          <p:spPr>
            <a:xfrm>
              <a:off x="3263317" y="1526796"/>
              <a:ext cx="947956" cy="0"/>
            </a:xfrm>
            <a:prstGeom prst="lin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平行四邊形 9">
              <a:extLst>
                <a:ext uri="{FF2B5EF4-FFF2-40B4-BE49-F238E27FC236}">
                  <a16:creationId xmlns:a16="http://schemas.microsoft.com/office/drawing/2014/main" id="{5BC599D5-2E9E-40DE-8A04-6C42F7BEB7A7}"/>
                </a:ext>
              </a:extLst>
            </p:cNvPr>
            <p:cNvSpPr/>
            <p:nvPr/>
          </p:nvSpPr>
          <p:spPr>
            <a:xfrm>
              <a:off x="1556910" y="1526795"/>
              <a:ext cx="1212204" cy="2625746"/>
            </a:xfrm>
            <a:prstGeom prst="parallelogram">
              <a:avLst>
                <a:gd name="adj" fmla="val 6648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/>
            </a:p>
          </p:txBody>
        </p:sp>
        <p:sp>
          <p:nvSpPr>
            <p:cNvPr id="11" name="平行四邊形 10">
              <a:extLst>
                <a:ext uri="{FF2B5EF4-FFF2-40B4-BE49-F238E27FC236}">
                  <a16:creationId xmlns:a16="http://schemas.microsoft.com/office/drawing/2014/main" id="{FBDB32AD-E291-489E-B4E3-D51AA306C305}"/>
                </a:ext>
              </a:extLst>
            </p:cNvPr>
            <p:cNvSpPr/>
            <p:nvPr/>
          </p:nvSpPr>
          <p:spPr>
            <a:xfrm flipH="1">
              <a:off x="2941089" y="1526795"/>
              <a:ext cx="763394" cy="2625746"/>
            </a:xfrm>
            <a:prstGeom prst="parallelogram">
              <a:avLst>
                <a:gd name="adj" fmla="val 47702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/>
            </a:p>
          </p:txBody>
        </p:sp>
        <p:sp>
          <p:nvSpPr>
            <p:cNvPr id="12" name="梯形 11">
              <a:extLst>
                <a:ext uri="{FF2B5EF4-FFF2-40B4-BE49-F238E27FC236}">
                  <a16:creationId xmlns:a16="http://schemas.microsoft.com/office/drawing/2014/main" id="{26E151B8-9732-4D11-9292-3013DFC64949}"/>
                </a:ext>
              </a:extLst>
            </p:cNvPr>
            <p:cNvSpPr/>
            <p:nvPr/>
          </p:nvSpPr>
          <p:spPr>
            <a:xfrm>
              <a:off x="2222301" y="1526786"/>
              <a:ext cx="1109437" cy="461384"/>
            </a:xfrm>
            <a:prstGeom prst="trapezoid">
              <a:avLst>
                <a:gd name="adj" fmla="val 304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 dirty="0"/>
            </a:p>
          </p:txBody>
        </p:sp>
        <p:sp>
          <p:nvSpPr>
            <p:cNvPr id="13" name="平行四邊形 12">
              <a:extLst>
                <a:ext uri="{FF2B5EF4-FFF2-40B4-BE49-F238E27FC236}">
                  <a16:creationId xmlns:a16="http://schemas.microsoft.com/office/drawing/2014/main" id="{1AE8C44A-5AAC-45C5-B61C-58320A356C90}"/>
                </a:ext>
              </a:extLst>
            </p:cNvPr>
            <p:cNvSpPr/>
            <p:nvPr/>
          </p:nvSpPr>
          <p:spPr>
            <a:xfrm flipH="1">
              <a:off x="7302617" y="1526786"/>
              <a:ext cx="1212209" cy="2625746"/>
            </a:xfrm>
            <a:prstGeom prst="parallelogram">
              <a:avLst>
                <a:gd name="adj" fmla="val 6648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/>
            </a:p>
          </p:txBody>
        </p:sp>
        <p:sp>
          <p:nvSpPr>
            <p:cNvPr id="14" name="平行四邊形 13">
              <a:extLst>
                <a:ext uri="{FF2B5EF4-FFF2-40B4-BE49-F238E27FC236}">
                  <a16:creationId xmlns:a16="http://schemas.microsoft.com/office/drawing/2014/main" id="{19A05B47-C0F5-4ACA-9340-BE71EBBDFC53}"/>
                </a:ext>
              </a:extLst>
            </p:cNvPr>
            <p:cNvSpPr/>
            <p:nvPr/>
          </p:nvSpPr>
          <p:spPr>
            <a:xfrm>
              <a:off x="6377031" y="1526786"/>
              <a:ext cx="763397" cy="2625746"/>
            </a:xfrm>
            <a:prstGeom prst="parallelogram">
              <a:avLst>
                <a:gd name="adj" fmla="val 47702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/>
            </a:p>
          </p:txBody>
        </p:sp>
        <p:sp>
          <p:nvSpPr>
            <p:cNvPr id="15" name="梯形 14">
              <a:extLst>
                <a:ext uri="{FF2B5EF4-FFF2-40B4-BE49-F238E27FC236}">
                  <a16:creationId xmlns:a16="http://schemas.microsoft.com/office/drawing/2014/main" id="{C2B4BF12-346C-4386-A67F-30039C57E789}"/>
                </a:ext>
              </a:extLst>
            </p:cNvPr>
            <p:cNvSpPr/>
            <p:nvPr/>
          </p:nvSpPr>
          <p:spPr>
            <a:xfrm flipH="1">
              <a:off x="6717486" y="1526777"/>
              <a:ext cx="1109442" cy="461388"/>
            </a:xfrm>
            <a:prstGeom prst="trapezoid">
              <a:avLst>
                <a:gd name="adj" fmla="val 304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/>
            </a:p>
          </p:txBody>
        </p:sp>
        <p:sp>
          <p:nvSpPr>
            <p:cNvPr id="16" name="梯形 15">
              <a:extLst>
                <a:ext uri="{FF2B5EF4-FFF2-40B4-BE49-F238E27FC236}">
                  <a16:creationId xmlns:a16="http://schemas.microsoft.com/office/drawing/2014/main" id="{44A3CD7D-351E-4C07-B4D7-D7C9292E0FC6}"/>
                </a:ext>
              </a:extLst>
            </p:cNvPr>
            <p:cNvSpPr/>
            <p:nvPr/>
          </p:nvSpPr>
          <p:spPr>
            <a:xfrm>
              <a:off x="1922742" y="2709648"/>
              <a:ext cx="1603695" cy="360721"/>
            </a:xfrm>
            <a:prstGeom prst="trapezoid">
              <a:avLst>
                <a:gd name="adj" fmla="val 3045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 dirty="0"/>
            </a:p>
          </p:txBody>
        </p:sp>
        <p:sp>
          <p:nvSpPr>
            <p:cNvPr id="17" name="梯形 16">
              <a:extLst>
                <a:ext uri="{FF2B5EF4-FFF2-40B4-BE49-F238E27FC236}">
                  <a16:creationId xmlns:a16="http://schemas.microsoft.com/office/drawing/2014/main" id="{4122486B-0ADD-4204-8B12-9ED98739AED4}"/>
                </a:ext>
              </a:extLst>
            </p:cNvPr>
            <p:cNvSpPr/>
            <p:nvPr/>
          </p:nvSpPr>
          <p:spPr>
            <a:xfrm>
              <a:off x="6619177" y="2709643"/>
              <a:ext cx="1554760" cy="360717"/>
            </a:xfrm>
            <a:prstGeom prst="trapezoid">
              <a:avLst>
                <a:gd name="adj" fmla="val 3045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/>
            </a:p>
          </p:txBody>
        </p:sp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A2474BDF-DA7B-4A6F-9355-3194AA47CCFE}"/>
              </a:ext>
            </a:extLst>
          </p:cNvPr>
          <p:cNvSpPr/>
          <p:nvPr userDrawn="1"/>
        </p:nvSpPr>
        <p:spPr>
          <a:xfrm rot="5400000">
            <a:off x="-3290890" y="3290887"/>
            <a:ext cx="6858003" cy="276225"/>
          </a:xfrm>
          <a:prstGeom prst="rect">
            <a:avLst/>
          </a:prstGeom>
          <a:solidFill>
            <a:srgbClr val="C5DC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投影片編號版面配置區 4">
            <a:extLst>
              <a:ext uri="{FF2B5EF4-FFF2-40B4-BE49-F238E27FC236}">
                <a16:creationId xmlns:a16="http://schemas.microsoft.com/office/drawing/2014/main" id="{21210A8B-AB57-41FD-BEA8-75B77D11D051}"/>
              </a:ext>
            </a:extLst>
          </p:cNvPr>
          <p:cNvSpPr txBox="1">
            <a:spLocks/>
          </p:cNvSpPr>
          <p:nvPr userDrawn="1"/>
        </p:nvSpPr>
        <p:spPr>
          <a:xfrm>
            <a:off x="11008559" y="6422451"/>
            <a:ext cx="5480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r" defTabSz="914400" rtl="0" eaLnBrk="1" latinLnBrk="0" hangingPunct="1"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49BCECE-0A42-4917-B1B4-9BE51CC96EB2}" type="slidenum">
              <a:rPr lang="zh-TW" altLang="en-US" sz="2000" baseline="0" smtClean="0">
                <a:solidFill>
                  <a:srgbClr val="6F6F6F"/>
                </a:solidFill>
              </a:rPr>
              <a:pPr/>
              <a:t>‹#›</a:t>
            </a:fld>
            <a:endParaRPr lang="zh-TW" altLang="en-US" sz="2000" baseline="0" dirty="0">
              <a:solidFill>
                <a:srgbClr val="6F6F6F"/>
              </a:solidFill>
            </a:endParaRPr>
          </a:p>
        </p:txBody>
      </p: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0ACBC11A-5640-4F10-84A7-C814895E7342}"/>
              </a:ext>
            </a:extLst>
          </p:cNvPr>
          <p:cNvCxnSpPr>
            <a:cxnSpLocks/>
          </p:cNvCxnSpPr>
          <p:nvPr userDrawn="1"/>
        </p:nvCxnSpPr>
        <p:spPr>
          <a:xfrm>
            <a:off x="6837279" y="6606000"/>
            <a:ext cx="4146933" cy="11086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8035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B2B4706C-144F-49A5-93F3-737FD69B4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9E123BD-D1BF-403F-9C4F-169D2790B9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1909844-A233-48DC-B726-003D49CDFE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9BCECE-0A42-4917-B1B4-9BE51CC96EB2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26440BD-6F4A-4BC0-804C-24B5B605E44B}"/>
              </a:ext>
            </a:extLst>
          </p:cNvPr>
          <p:cNvSpPr/>
          <p:nvPr userDrawn="1"/>
        </p:nvSpPr>
        <p:spPr>
          <a:xfrm>
            <a:off x="0" y="1"/>
            <a:ext cx="12192000" cy="324000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4EE02DCB-E182-46A4-9DC9-27292F9732B3}"/>
              </a:ext>
            </a:extLst>
          </p:cNvPr>
          <p:cNvGrpSpPr/>
          <p:nvPr userDrawn="1"/>
        </p:nvGrpSpPr>
        <p:grpSpPr>
          <a:xfrm>
            <a:off x="11220450" y="67128"/>
            <a:ext cx="879249" cy="256873"/>
            <a:chOff x="1556910" y="1526777"/>
            <a:chExt cx="6957916" cy="2665279"/>
          </a:xfrm>
          <a:solidFill>
            <a:schemeClr val="accent5">
              <a:lumMod val="75000"/>
            </a:schemeClr>
          </a:solidFill>
        </p:grpSpPr>
        <p:sp>
          <p:nvSpPr>
            <p:cNvPr id="9" name="平行四邊形 8">
              <a:extLst>
                <a:ext uri="{FF2B5EF4-FFF2-40B4-BE49-F238E27FC236}">
                  <a16:creationId xmlns:a16="http://schemas.microsoft.com/office/drawing/2014/main" id="{E913DF8C-CD0D-49E6-94BC-28CC5968C977}"/>
                </a:ext>
              </a:extLst>
            </p:cNvPr>
            <p:cNvSpPr/>
            <p:nvPr/>
          </p:nvSpPr>
          <p:spPr>
            <a:xfrm>
              <a:off x="4284168" y="1566301"/>
              <a:ext cx="536893" cy="2625755"/>
            </a:xfrm>
            <a:prstGeom prst="parallelogram">
              <a:avLst>
                <a:gd name="adj" fmla="val 3125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/>
            </a:p>
          </p:txBody>
        </p:sp>
        <p:sp>
          <p:nvSpPr>
            <p:cNvPr id="10" name="平行四邊形 9">
              <a:extLst>
                <a:ext uri="{FF2B5EF4-FFF2-40B4-BE49-F238E27FC236}">
                  <a16:creationId xmlns:a16="http://schemas.microsoft.com/office/drawing/2014/main" id="{7D424F86-21B2-40BE-A4FE-5F5C1ED170DC}"/>
                </a:ext>
              </a:extLst>
            </p:cNvPr>
            <p:cNvSpPr/>
            <p:nvPr/>
          </p:nvSpPr>
          <p:spPr>
            <a:xfrm flipH="1">
              <a:off x="5249232" y="1526777"/>
              <a:ext cx="536893" cy="2625755"/>
            </a:xfrm>
            <a:prstGeom prst="parallelogram">
              <a:avLst>
                <a:gd name="adj" fmla="val 3125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/>
            </a:p>
          </p:txBody>
        </p:sp>
        <p:cxnSp>
          <p:nvCxnSpPr>
            <p:cNvPr id="11" name="直線接點 10">
              <a:extLst>
                <a:ext uri="{FF2B5EF4-FFF2-40B4-BE49-F238E27FC236}">
                  <a16:creationId xmlns:a16="http://schemas.microsoft.com/office/drawing/2014/main" id="{C5E59A76-B96B-459F-87F2-EB185803F1F3}"/>
                </a:ext>
              </a:extLst>
            </p:cNvPr>
            <p:cNvCxnSpPr/>
            <p:nvPr/>
          </p:nvCxnSpPr>
          <p:spPr>
            <a:xfrm>
              <a:off x="3263317" y="1526796"/>
              <a:ext cx="947956" cy="0"/>
            </a:xfrm>
            <a:prstGeom prst="lin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平行四邊形 11">
              <a:extLst>
                <a:ext uri="{FF2B5EF4-FFF2-40B4-BE49-F238E27FC236}">
                  <a16:creationId xmlns:a16="http://schemas.microsoft.com/office/drawing/2014/main" id="{F8A18287-FE7D-4F05-B2E1-C452E3363A41}"/>
                </a:ext>
              </a:extLst>
            </p:cNvPr>
            <p:cNvSpPr/>
            <p:nvPr/>
          </p:nvSpPr>
          <p:spPr>
            <a:xfrm>
              <a:off x="1556910" y="1526795"/>
              <a:ext cx="1212204" cy="2625746"/>
            </a:xfrm>
            <a:prstGeom prst="parallelogram">
              <a:avLst>
                <a:gd name="adj" fmla="val 6648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/>
            </a:p>
          </p:txBody>
        </p:sp>
        <p:sp>
          <p:nvSpPr>
            <p:cNvPr id="13" name="平行四邊形 12">
              <a:extLst>
                <a:ext uri="{FF2B5EF4-FFF2-40B4-BE49-F238E27FC236}">
                  <a16:creationId xmlns:a16="http://schemas.microsoft.com/office/drawing/2014/main" id="{BBFD87F0-B0D5-4625-B3E4-E57022EB9ADC}"/>
                </a:ext>
              </a:extLst>
            </p:cNvPr>
            <p:cNvSpPr/>
            <p:nvPr/>
          </p:nvSpPr>
          <p:spPr>
            <a:xfrm flipH="1">
              <a:off x="2941089" y="1526795"/>
              <a:ext cx="763394" cy="2625746"/>
            </a:xfrm>
            <a:prstGeom prst="parallelogram">
              <a:avLst>
                <a:gd name="adj" fmla="val 47702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/>
            </a:p>
          </p:txBody>
        </p:sp>
        <p:sp>
          <p:nvSpPr>
            <p:cNvPr id="14" name="梯形 13">
              <a:extLst>
                <a:ext uri="{FF2B5EF4-FFF2-40B4-BE49-F238E27FC236}">
                  <a16:creationId xmlns:a16="http://schemas.microsoft.com/office/drawing/2014/main" id="{CE4D1A8E-8449-47C9-A6E5-5B0C6A4CE48A}"/>
                </a:ext>
              </a:extLst>
            </p:cNvPr>
            <p:cNvSpPr/>
            <p:nvPr/>
          </p:nvSpPr>
          <p:spPr>
            <a:xfrm>
              <a:off x="2222301" y="1526786"/>
              <a:ext cx="1109437" cy="461384"/>
            </a:xfrm>
            <a:prstGeom prst="trapezoid">
              <a:avLst>
                <a:gd name="adj" fmla="val 304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 dirty="0"/>
            </a:p>
          </p:txBody>
        </p:sp>
        <p:sp>
          <p:nvSpPr>
            <p:cNvPr id="15" name="平行四邊形 14">
              <a:extLst>
                <a:ext uri="{FF2B5EF4-FFF2-40B4-BE49-F238E27FC236}">
                  <a16:creationId xmlns:a16="http://schemas.microsoft.com/office/drawing/2014/main" id="{44F88F72-D28C-41F8-A627-8894FA2C659E}"/>
                </a:ext>
              </a:extLst>
            </p:cNvPr>
            <p:cNvSpPr/>
            <p:nvPr/>
          </p:nvSpPr>
          <p:spPr>
            <a:xfrm flipH="1">
              <a:off x="7302617" y="1526786"/>
              <a:ext cx="1212209" cy="2625746"/>
            </a:xfrm>
            <a:prstGeom prst="parallelogram">
              <a:avLst>
                <a:gd name="adj" fmla="val 6648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/>
            </a:p>
          </p:txBody>
        </p:sp>
        <p:sp>
          <p:nvSpPr>
            <p:cNvPr id="16" name="平行四邊形 15">
              <a:extLst>
                <a:ext uri="{FF2B5EF4-FFF2-40B4-BE49-F238E27FC236}">
                  <a16:creationId xmlns:a16="http://schemas.microsoft.com/office/drawing/2014/main" id="{0AE25A02-385A-4FAA-9EBC-71CB33B4FCD4}"/>
                </a:ext>
              </a:extLst>
            </p:cNvPr>
            <p:cNvSpPr/>
            <p:nvPr/>
          </p:nvSpPr>
          <p:spPr>
            <a:xfrm>
              <a:off x="6377031" y="1526786"/>
              <a:ext cx="763397" cy="2625746"/>
            </a:xfrm>
            <a:prstGeom prst="parallelogram">
              <a:avLst>
                <a:gd name="adj" fmla="val 47702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/>
            </a:p>
          </p:txBody>
        </p:sp>
        <p:sp>
          <p:nvSpPr>
            <p:cNvPr id="17" name="梯形 16">
              <a:extLst>
                <a:ext uri="{FF2B5EF4-FFF2-40B4-BE49-F238E27FC236}">
                  <a16:creationId xmlns:a16="http://schemas.microsoft.com/office/drawing/2014/main" id="{C5DD9A39-17A7-4DB6-A89C-8B0F4E094424}"/>
                </a:ext>
              </a:extLst>
            </p:cNvPr>
            <p:cNvSpPr/>
            <p:nvPr/>
          </p:nvSpPr>
          <p:spPr>
            <a:xfrm flipH="1">
              <a:off x="6717486" y="1526777"/>
              <a:ext cx="1109442" cy="461388"/>
            </a:xfrm>
            <a:prstGeom prst="trapezoid">
              <a:avLst>
                <a:gd name="adj" fmla="val 3045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/>
            </a:p>
          </p:txBody>
        </p:sp>
        <p:sp>
          <p:nvSpPr>
            <p:cNvPr id="18" name="梯形 17">
              <a:extLst>
                <a:ext uri="{FF2B5EF4-FFF2-40B4-BE49-F238E27FC236}">
                  <a16:creationId xmlns:a16="http://schemas.microsoft.com/office/drawing/2014/main" id="{31445B80-8EF2-4489-8A5A-FD8C11C90DFC}"/>
                </a:ext>
              </a:extLst>
            </p:cNvPr>
            <p:cNvSpPr/>
            <p:nvPr/>
          </p:nvSpPr>
          <p:spPr>
            <a:xfrm>
              <a:off x="1922742" y="2709648"/>
              <a:ext cx="1603695" cy="360721"/>
            </a:xfrm>
            <a:prstGeom prst="trapezoid">
              <a:avLst>
                <a:gd name="adj" fmla="val 3045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 dirty="0"/>
            </a:p>
          </p:txBody>
        </p:sp>
        <p:sp>
          <p:nvSpPr>
            <p:cNvPr id="19" name="梯形 18">
              <a:extLst>
                <a:ext uri="{FF2B5EF4-FFF2-40B4-BE49-F238E27FC236}">
                  <a16:creationId xmlns:a16="http://schemas.microsoft.com/office/drawing/2014/main" id="{F61CA09A-7636-4852-86E8-303CD738014A}"/>
                </a:ext>
              </a:extLst>
            </p:cNvPr>
            <p:cNvSpPr/>
            <p:nvPr/>
          </p:nvSpPr>
          <p:spPr>
            <a:xfrm>
              <a:off x="6619177" y="2709643"/>
              <a:ext cx="1554760" cy="360717"/>
            </a:xfrm>
            <a:prstGeom prst="trapezoid">
              <a:avLst>
                <a:gd name="adj" fmla="val 3045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600"/>
            </a:p>
          </p:txBody>
        </p:sp>
      </p:grpSp>
      <p:pic>
        <p:nvPicPr>
          <p:cNvPr id="32" name="Picture 2">
            <a:extLst>
              <a:ext uri="{FF2B5EF4-FFF2-40B4-BE49-F238E27FC236}">
                <a16:creationId xmlns:a16="http://schemas.microsoft.com/office/drawing/2014/main" id="{C2DA0412-8CE5-4A9D-8FE4-C7526BABD15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74617" y="6384925"/>
            <a:ext cx="406116" cy="402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1244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49" r:id="rId2"/>
    <p:sldLayoutId id="2147483651" r:id="rId3"/>
    <p:sldLayoutId id="2147483661" r:id="rId4"/>
    <p:sldLayoutId id="2147483654" r:id="rId5"/>
    <p:sldLayoutId id="2147483660" r:id="rId6"/>
    <p:sldLayoutId id="2147483652" r:id="rId7"/>
    <p:sldLayoutId id="2147483653" r:id="rId8"/>
    <p:sldLayoutId id="2147483657" r:id="rId9"/>
    <p:sldLayoutId id="2147483655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7185AC7E-F6D9-4895-A6DC-44A63E9F4C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6" name="副標題 5">
            <a:extLst>
              <a:ext uri="{FF2B5EF4-FFF2-40B4-BE49-F238E27FC236}">
                <a16:creationId xmlns:a16="http://schemas.microsoft.com/office/drawing/2014/main" id="{4463AE8B-2FE2-4B66-BA5C-F886072984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5C2E6D43-5C0C-47CD-BBED-4FCBCE01D2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4706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BBBECFAE-6DD8-45A0-85C3-A72D66875F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8" name="副標題 7">
            <a:extLst>
              <a:ext uri="{FF2B5EF4-FFF2-40B4-BE49-F238E27FC236}">
                <a16:creationId xmlns:a16="http://schemas.microsoft.com/office/drawing/2014/main" id="{82336B89-55D0-456C-97A0-29D9731A65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文字版面配置區 8">
            <a:extLst>
              <a:ext uri="{FF2B5EF4-FFF2-40B4-BE49-F238E27FC236}">
                <a16:creationId xmlns:a16="http://schemas.microsoft.com/office/drawing/2014/main" id="{5629DCB9-5F1B-46EE-8F21-4B4695EABA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55526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E9BA3A99-8026-4411-B8BB-632D72D7E8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5917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562E43-5DC5-497A-B552-8E808E194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Thank you for listening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071755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碩士簡報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4</Words>
  <Application>Microsoft Office PowerPoint</Application>
  <PresentationFormat>寬螢幕</PresentationFormat>
  <Paragraphs>1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0" baseType="lpstr">
      <vt:lpstr>新細明體</vt:lpstr>
      <vt:lpstr>標楷體</vt:lpstr>
      <vt:lpstr>Arial</vt:lpstr>
      <vt:lpstr>Calibri</vt:lpstr>
      <vt:lpstr>Times New Roman</vt:lpstr>
      <vt:lpstr>Office 佈景主題</vt:lpstr>
      <vt:lpstr>PowerPoint 簡報</vt:lpstr>
      <vt:lpstr>PowerPoint 簡報</vt:lpstr>
      <vt:lpstr>PowerPoint 簡報</vt:lpstr>
      <vt:lpstr>Thank you for listening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Ting Tsung Chang</dc:creator>
  <cp:lastModifiedBy>aiialab</cp:lastModifiedBy>
  <cp:revision>4</cp:revision>
  <dcterms:created xsi:type="dcterms:W3CDTF">2021-10-20T13:08:59Z</dcterms:created>
  <dcterms:modified xsi:type="dcterms:W3CDTF">2025-07-18T19:18:18Z</dcterms:modified>
</cp:coreProperties>
</file>